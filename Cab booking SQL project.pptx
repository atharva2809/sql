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74" r:id="rId3"/>
    <p:sldId id="257" r:id="rId4"/>
    <p:sldId id="258" r:id="rId5"/>
    <p:sldId id="259" r:id="rId6"/>
    <p:sldId id="262" r:id="rId7"/>
    <p:sldId id="267" r:id="rId8"/>
    <p:sldId id="266" r:id="rId9"/>
    <p:sldId id="269" r:id="rId10"/>
    <p:sldId id="270" r:id="rId11"/>
    <p:sldId id="271" r:id="rId12"/>
    <p:sldId id="272" r:id="rId13"/>
    <p:sldId id="273"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DF856A-A08A-4666-89E5-D89025ECE4B8}" v="282" dt="2026-01-05T12:58:47.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86"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ore" userId="85fdb666a4937fa2" providerId="LiveId" clId="{9E98FE44-442D-4B07-8E26-1657AEFE82FA}"/>
    <pc:docChg chg="undo custSel addSld delSld modSld sldOrd">
      <pc:chgData name="atharva more" userId="85fdb666a4937fa2" providerId="LiveId" clId="{9E98FE44-442D-4B07-8E26-1657AEFE82FA}" dt="2026-01-05T12:58:47.893" v="1454"/>
      <pc:docMkLst>
        <pc:docMk/>
      </pc:docMkLst>
      <pc:sldChg chg="addSp delSp modSp mod setBg">
        <pc:chgData name="atharva more" userId="85fdb666a4937fa2" providerId="LiveId" clId="{9E98FE44-442D-4B07-8E26-1657AEFE82FA}" dt="2026-01-03T08:26:20.196" v="76"/>
        <pc:sldMkLst>
          <pc:docMk/>
          <pc:sldMk cId="1076339048" sldId="257"/>
        </pc:sldMkLst>
        <pc:spChg chg="add del mod">
          <ac:chgData name="atharva more" userId="85fdb666a4937fa2" providerId="LiveId" clId="{9E98FE44-442D-4B07-8E26-1657AEFE82FA}" dt="2026-01-03T08:21:56.199" v="47" actId="27636"/>
          <ac:spMkLst>
            <pc:docMk/>
            <pc:sldMk cId="1076339048" sldId="257"/>
            <ac:spMk id="2" creationId="{4D57130B-1A54-DF08-AF3C-F5D5F431FB98}"/>
          </ac:spMkLst>
        </pc:spChg>
        <pc:picChg chg="add mod ord">
          <ac:chgData name="atharva more" userId="85fdb666a4937fa2" providerId="LiveId" clId="{9E98FE44-442D-4B07-8E26-1657AEFE82FA}" dt="2026-01-03T08:23:45.838" v="69" actId="1076"/>
          <ac:picMkLst>
            <pc:docMk/>
            <pc:sldMk cId="1076339048" sldId="257"/>
            <ac:picMk id="5" creationId="{820E9359-73BF-BC1B-B6CB-539AFD983FE4}"/>
          </ac:picMkLst>
        </pc:picChg>
      </pc:sldChg>
      <pc:sldChg chg="addSp delSp modSp mod ord setBg">
        <pc:chgData name="atharva more" userId="85fdb666a4937fa2" providerId="LiveId" clId="{9E98FE44-442D-4B07-8E26-1657AEFE82FA}" dt="2026-01-04T06:30:39.946" v="726"/>
        <pc:sldMkLst>
          <pc:docMk/>
          <pc:sldMk cId="4062579001" sldId="258"/>
        </pc:sldMkLst>
        <pc:picChg chg="mod">
          <ac:chgData name="atharva more" userId="85fdb666a4937fa2" providerId="LiveId" clId="{9E98FE44-442D-4B07-8E26-1657AEFE82FA}" dt="2026-01-03T08:29:52.777" v="87" actId="1076"/>
          <ac:picMkLst>
            <pc:docMk/>
            <pc:sldMk cId="4062579001" sldId="258"/>
            <ac:picMk id="5" creationId="{6BB64ABF-E969-0217-0D7A-44172A3E7182}"/>
          </ac:picMkLst>
        </pc:picChg>
        <pc:picChg chg="mod">
          <ac:chgData name="atharva more" userId="85fdb666a4937fa2" providerId="LiveId" clId="{9E98FE44-442D-4B07-8E26-1657AEFE82FA}" dt="2026-01-03T08:29:48.310" v="86" actId="14100"/>
          <ac:picMkLst>
            <pc:docMk/>
            <pc:sldMk cId="4062579001" sldId="258"/>
            <ac:picMk id="7" creationId="{9BD875F1-FF16-886B-A6FB-FE064F1B38FD}"/>
          </ac:picMkLst>
        </pc:picChg>
      </pc:sldChg>
      <pc:sldChg chg="addSp modSp mod ord setBg">
        <pc:chgData name="atharva more" userId="85fdb666a4937fa2" providerId="LiveId" clId="{9E98FE44-442D-4B07-8E26-1657AEFE82FA}" dt="2026-01-05T12:21:00.567" v="756" actId="20577"/>
        <pc:sldMkLst>
          <pc:docMk/>
          <pc:sldMk cId="303789682" sldId="259"/>
        </pc:sldMkLst>
        <pc:spChg chg="mod">
          <ac:chgData name="atharva more" userId="85fdb666a4937fa2" providerId="LiveId" clId="{9E98FE44-442D-4B07-8E26-1657AEFE82FA}" dt="2026-01-03T19:22:54.319" v="447" actId="20577"/>
          <ac:spMkLst>
            <pc:docMk/>
            <pc:sldMk cId="303789682" sldId="259"/>
            <ac:spMk id="2" creationId="{59FDB53E-1CC1-F883-CED6-BD89C43C8E61}"/>
          </ac:spMkLst>
        </pc:spChg>
        <pc:graphicFrameChg chg="add mod">
          <ac:chgData name="atharva more" userId="85fdb666a4937fa2" providerId="LiveId" clId="{9E98FE44-442D-4B07-8E26-1657AEFE82FA}" dt="2026-01-05T12:21:00.567" v="756" actId="20577"/>
          <ac:graphicFrameMkLst>
            <pc:docMk/>
            <pc:sldMk cId="303789682" sldId="259"/>
            <ac:graphicFrameMk id="3" creationId="{BCC410F6-8B1C-39CB-6B65-5050CD7CB059}"/>
          </ac:graphicFrameMkLst>
        </pc:graphicFrameChg>
      </pc:sldChg>
      <pc:sldChg chg="addSp delSp modSp mod setBg">
        <pc:chgData name="atharva more" userId="85fdb666a4937fa2" providerId="LiveId" clId="{9E98FE44-442D-4B07-8E26-1657AEFE82FA}" dt="2026-01-05T12:21:20.499" v="764"/>
        <pc:sldMkLst>
          <pc:docMk/>
          <pc:sldMk cId="2359080712" sldId="262"/>
        </pc:sldMkLst>
        <pc:spChg chg="mod">
          <ac:chgData name="atharva more" userId="85fdb666a4937fa2" providerId="LiveId" clId="{9E98FE44-442D-4B07-8E26-1657AEFE82FA}" dt="2026-01-03T09:08:34.261" v="106" actId="120"/>
          <ac:spMkLst>
            <pc:docMk/>
            <pc:sldMk cId="2359080712" sldId="262"/>
            <ac:spMk id="2" creationId="{9C6A51BE-A357-0EF4-8003-447F4FCCCE53}"/>
          </ac:spMkLst>
        </pc:spChg>
        <pc:graphicFrameChg chg="add mod">
          <ac:chgData name="atharva more" userId="85fdb666a4937fa2" providerId="LiveId" clId="{9E98FE44-442D-4B07-8E26-1657AEFE82FA}" dt="2026-01-03T09:29:28.550" v="214"/>
          <ac:graphicFrameMkLst>
            <pc:docMk/>
            <pc:sldMk cId="2359080712" sldId="262"/>
            <ac:graphicFrameMk id="19" creationId="{E890DDEF-CAFD-4149-4A61-019459E89750}"/>
          </ac:graphicFrameMkLst>
        </pc:graphicFrameChg>
        <pc:picChg chg="add mod ord">
          <ac:chgData name="atharva more" userId="85fdb666a4937fa2" providerId="LiveId" clId="{9E98FE44-442D-4B07-8E26-1657AEFE82FA}" dt="2026-01-03T19:23:03.307" v="448" actId="14100"/>
          <ac:picMkLst>
            <pc:docMk/>
            <pc:sldMk cId="2359080712" sldId="262"/>
            <ac:picMk id="5" creationId="{A4C02270-6D90-73CA-D908-D888F901588F}"/>
          </ac:picMkLst>
        </pc:picChg>
        <pc:picChg chg="add mod">
          <ac:chgData name="atharva more" userId="85fdb666a4937fa2" providerId="LiveId" clId="{9E98FE44-442D-4B07-8E26-1657AEFE82FA}" dt="2026-01-03T09:27:57.404" v="200" actId="1076"/>
          <ac:picMkLst>
            <pc:docMk/>
            <pc:sldMk cId="2359080712" sldId="262"/>
            <ac:picMk id="21" creationId="{CCAFCF46-8966-8C1B-E9F2-7E37E5750168}"/>
          </ac:picMkLst>
        </pc:picChg>
      </pc:sldChg>
      <pc:sldChg chg="addSp delSp modSp mod ord setBg">
        <pc:chgData name="atharva more" userId="85fdb666a4937fa2" providerId="LiveId" clId="{9E98FE44-442D-4B07-8E26-1657AEFE82FA}" dt="2026-01-05T12:08:43.717" v="745"/>
        <pc:sldMkLst>
          <pc:docMk/>
          <pc:sldMk cId="4227584838" sldId="263"/>
        </pc:sldMkLst>
        <pc:spChg chg="mod">
          <ac:chgData name="atharva more" userId="85fdb666a4937fa2" providerId="LiveId" clId="{9E98FE44-442D-4B07-8E26-1657AEFE82FA}" dt="2026-01-03T19:09:20.385" v="443" actId="1076"/>
          <ac:spMkLst>
            <pc:docMk/>
            <pc:sldMk cId="4227584838" sldId="263"/>
            <ac:spMk id="2" creationId="{F0C0C47E-5FAE-9F0B-DCB4-8A2812394AD3}"/>
          </ac:spMkLst>
        </pc:spChg>
        <pc:spChg chg="mod">
          <ac:chgData name="atharva more" userId="85fdb666a4937fa2" providerId="LiveId" clId="{9E98FE44-442D-4B07-8E26-1657AEFE82FA}" dt="2026-01-04T06:27:17.066" v="663" actId="14100"/>
          <ac:spMkLst>
            <pc:docMk/>
            <pc:sldMk cId="4227584838" sldId="263"/>
            <ac:spMk id="3" creationId="{C3B9820F-E4CA-CD96-56E4-6E49DAC56395}"/>
          </ac:spMkLst>
        </pc:spChg>
        <pc:picChg chg="add del mod ord">
          <ac:chgData name="atharva more" userId="85fdb666a4937fa2" providerId="LiveId" clId="{9E98FE44-442D-4B07-8E26-1657AEFE82FA}" dt="2026-01-04T06:29:57.265" v="672" actId="478"/>
          <ac:picMkLst>
            <pc:docMk/>
            <pc:sldMk cId="4227584838" sldId="263"/>
            <ac:picMk id="5" creationId="{21F51BDA-B094-4D21-77EF-EF1001320349}"/>
          </ac:picMkLst>
        </pc:picChg>
      </pc:sldChg>
      <pc:sldChg chg="addSp delSp modSp new mod setBg">
        <pc:chgData name="atharva more" userId="85fdb666a4937fa2" providerId="LiveId" clId="{9E98FE44-442D-4B07-8E26-1657AEFE82FA}" dt="2026-01-05T12:39:53.313" v="784"/>
        <pc:sldMkLst>
          <pc:docMk/>
          <pc:sldMk cId="988874707" sldId="266"/>
        </pc:sldMkLst>
        <pc:spChg chg="mod">
          <ac:chgData name="atharva more" userId="85fdb666a4937fa2" providerId="LiveId" clId="{9E98FE44-442D-4B07-8E26-1657AEFE82FA}" dt="2026-01-03T14:25:10.052" v="339" actId="20577"/>
          <ac:spMkLst>
            <pc:docMk/>
            <pc:sldMk cId="988874707" sldId="266"/>
            <ac:spMk id="2" creationId="{77CF33C0-6E5B-C055-2D75-4441C5DFDF49}"/>
          </ac:spMkLst>
        </pc:spChg>
        <pc:graphicFrameChg chg="add mod modGraphic">
          <ac:chgData name="atharva more" userId="85fdb666a4937fa2" providerId="LiveId" clId="{9E98FE44-442D-4B07-8E26-1657AEFE82FA}" dt="2026-01-05T12:39:37.949" v="780"/>
          <ac:graphicFrameMkLst>
            <pc:docMk/>
            <pc:sldMk cId="988874707" sldId="266"/>
            <ac:graphicFrameMk id="3" creationId="{732C980F-2A50-33D0-F5B5-47D4534A2311}"/>
          </ac:graphicFrameMkLst>
        </pc:graphicFrameChg>
        <pc:graphicFrameChg chg="add del mod">
          <ac:chgData name="atharva more" userId="85fdb666a4937fa2" providerId="LiveId" clId="{9E98FE44-442D-4B07-8E26-1657AEFE82FA}" dt="2026-01-05T12:36:12.473" v="776" actId="478"/>
          <ac:graphicFrameMkLst>
            <pc:docMk/>
            <pc:sldMk cId="988874707" sldId="266"/>
            <ac:graphicFrameMk id="8" creationId="{5AF48295-87BC-4B6F-63F5-FC66620AEE40}"/>
          </ac:graphicFrameMkLst>
        </pc:graphicFrameChg>
        <pc:picChg chg="add mod">
          <ac:chgData name="atharva more" userId="85fdb666a4937fa2" providerId="LiveId" clId="{9E98FE44-442D-4B07-8E26-1657AEFE82FA}" dt="2026-01-03T11:53:42.295" v="321" actId="14100"/>
          <ac:picMkLst>
            <pc:docMk/>
            <pc:sldMk cId="988874707" sldId="266"/>
            <ac:picMk id="7" creationId="{9BAF6432-8AD3-BFBB-879B-395FF11ADDBD}"/>
          </ac:picMkLst>
        </pc:picChg>
        <pc:picChg chg="add mod ord">
          <ac:chgData name="atharva more" userId="85fdb666a4937fa2" providerId="LiveId" clId="{9E98FE44-442D-4B07-8E26-1657AEFE82FA}" dt="2026-01-03T14:24:48.879" v="337" actId="14100"/>
          <ac:picMkLst>
            <pc:docMk/>
            <pc:sldMk cId="988874707" sldId="266"/>
            <ac:picMk id="12" creationId="{0AB7D716-B9A5-7F5E-8519-D017CE57E556}"/>
          </ac:picMkLst>
        </pc:picChg>
      </pc:sldChg>
      <pc:sldChg chg="addSp delSp modSp new mod setBg">
        <pc:chgData name="atharva more" userId="85fdb666a4937fa2" providerId="LiveId" clId="{9E98FE44-442D-4B07-8E26-1657AEFE82FA}" dt="2026-01-05T12:21:37.163" v="768"/>
        <pc:sldMkLst>
          <pc:docMk/>
          <pc:sldMk cId="3435675985" sldId="267"/>
        </pc:sldMkLst>
        <pc:spChg chg="mod">
          <ac:chgData name="atharva more" userId="85fdb666a4937fa2" providerId="LiveId" clId="{9E98FE44-442D-4B07-8E26-1657AEFE82FA}" dt="2026-01-03T11:31:56.215" v="302" actId="14100"/>
          <ac:spMkLst>
            <pc:docMk/>
            <pc:sldMk cId="3435675985" sldId="267"/>
            <ac:spMk id="2" creationId="{916B4DBC-E598-A9ED-1378-9B959C70A880}"/>
          </ac:spMkLst>
        </pc:spChg>
        <pc:picChg chg="add mod ord">
          <ac:chgData name="atharva more" userId="85fdb666a4937fa2" providerId="LiveId" clId="{9E98FE44-442D-4B07-8E26-1657AEFE82FA}" dt="2026-01-03T11:32:19.729" v="307" actId="14100"/>
          <ac:picMkLst>
            <pc:docMk/>
            <pc:sldMk cId="3435675985" sldId="267"/>
            <ac:picMk id="5" creationId="{8D1255B0-4CD7-C443-7735-9D955FF50456}"/>
          </ac:picMkLst>
        </pc:picChg>
        <pc:picChg chg="add mod">
          <ac:chgData name="atharva more" userId="85fdb666a4937fa2" providerId="LiveId" clId="{9E98FE44-442D-4B07-8E26-1657AEFE82FA}" dt="2026-01-03T11:32:13.068" v="305" actId="1076"/>
          <ac:picMkLst>
            <pc:docMk/>
            <pc:sldMk cId="3435675985" sldId="267"/>
            <ac:picMk id="7" creationId="{42A81325-BDA1-7907-8B88-71C1F15BC41E}"/>
          </ac:picMkLst>
        </pc:picChg>
      </pc:sldChg>
      <pc:sldChg chg="addSp delSp modSp new mod setBg">
        <pc:chgData name="atharva more" userId="85fdb666a4937fa2" providerId="LiveId" clId="{9E98FE44-442D-4B07-8E26-1657AEFE82FA}" dt="2026-01-05T12:40:10.604" v="788"/>
        <pc:sldMkLst>
          <pc:docMk/>
          <pc:sldMk cId="1499946807" sldId="269"/>
        </pc:sldMkLst>
        <pc:spChg chg="mod">
          <ac:chgData name="atharva more" userId="85fdb666a4937fa2" providerId="LiveId" clId="{9E98FE44-442D-4B07-8E26-1657AEFE82FA}" dt="2026-01-03T19:05:23.593" v="425" actId="14100"/>
          <ac:spMkLst>
            <pc:docMk/>
            <pc:sldMk cId="1499946807" sldId="269"/>
            <ac:spMk id="2" creationId="{54610A93-1E75-483F-670B-B3000FE453E7}"/>
          </ac:spMkLst>
        </pc:spChg>
        <pc:graphicFrameChg chg="add mod">
          <ac:chgData name="atharva more" userId="85fdb666a4937fa2" providerId="LiveId" clId="{9E98FE44-442D-4B07-8E26-1657AEFE82FA}" dt="2026-01-03T15:43:26.821" v="423" actId="14100"/>
          <ac:graphicFrameMkLst>
            <pc:docMk/>
            <pc:sldMk cId="1499946807" sldId="269"/>
            <ac:graphicFrameMk id="8" creationId="{D9C5D9EE-6C78-0F6F-8858-470C1DF95EC0}"/>
          </ac:graphicFrameMkLst>
        </pc:graphicFrameChg>
        <pc:picChg chg="add mod ord">
          <ac:chgData name="atharva more" userId="85fdb666a4937fa2" providerId="LiveId" clId="{9E98FE44-442D-4B07-8E26-1657AEFE82FA}" dt="2026-01-03T19:05:44.323" v="429" actId="14100"/>
          <ac:picMkLst>
            <pc:docMk/>
            <pc:sldMk cId="1499946807" sldId="269"/>
            <ac:picMk id="5" creationId="{FC740150-C1AC-C87E-A92D-3344250D6861}"/>
          </ac:picMkLst>
        </pc:picChg>
        <pc:picChg chg="add mod">
          <ac:chgData name="atharva more" userId="85fdb666a4937fa2" providerId="LiveId" clId="{9E98FE44-442D-4B07-8E26-1657AEFE82FA}" dt="2026-01-03T15:37:16.668" v="347" actId="14100"/>
          <ac:picMkLst>
            <pc:docMk/>
            <pc:sldMk cId="1499946807" sldId="269"/>
            <ac:picMk id="7" creationId="{78422226-F52D-6805-B772-6AE07F838C57}"/>
          </ac:picMkLst>
        </pc:picChg>
      </pc:sldChg>
      <pc:sldChg chg="addSp delSp modSp new mod setBg">
        <pc:chgData name="atharva more" userId="85fdb666a4937fa2" providerId="LiveId" clId="{9E98FE44-442D-4B07-8E26-1657AEFE82FA}" dt="2026-01-03T19:53:05.506" v="638" actId="478"/>
        <pc:sldMkLst>
          <pc:docMk/>
          <pc:sldMk cId="1216504461" sldId="270"/>
        </pc:sldMkLst>
        <pc:spChg chg="mod">
          <ac:chgData name="atharva more" userId="85fdb666a4937fa2" providerId="LiveId" clId="{9E98FE44-442D-4B07-8E26-1657AEFE82FA}" dt="2026-01-03T19:25:46.507" v="491" actId="20577"/>
          <ac:spMkLst>
            <pc:docMk/>
            <pc:sldMk cId="1216504461" sldId="270"/>
            <ac:spMk id="2" creationId="{899CA51D-6051-DD6F-4FFF-7CB0E6AF4123}"/>
          </ac:spMkLst>
        </pc:spChg>
        <pc:spChg chg="add mod">
          <ac:chgData name="atharva more" userId="85fdb666a4937fa2" providerId="LiveId" clId="{9E98FE44-442D-4B07-8E26-1657AEFE82FA}" dt="2026-01-03T19:50:09.489" v="616" actId="1076"/>
          <ac:spMkLst>
            <pc:docMk/>
            <pc:sldMk cId="1216504461" sldId="270"/>
            <ac:spMk id="8" creationId="{7218DD9C-CE8D-DA3F-612F-0CE50120877A}"/>
          </ac:spMkLst>
        </pc:spChg>
        <pc:spChg chg="add mod">
          <ac:chgData name="atharva more" userId="85fdb666a4937fa2" providerId="LiveId" clId="{9E98FE44-442D-4B07-8E26-1657AEFE82FA}" dt="2026-01-03T19:50:27.416" v="619" actId="1076"/>
          <ac:spMkLst>
            <pc:docMk/>
            <pc:sldMk cId="1216504461" sldId="270"/>
            <ac:spMk id="10" creationId="{C85EC415-0F85-B7CD-BF6E-1F26AFFAEAC8}"/>
          </ac:spMkLst>
        </pc:spChg>
        <pc:spChg chg="add mod">
          <ac:chgData name="atharva more" userId="85fdb666a4937fa2" providerId="LiveId" clId="{9E98FE44-442D-4B07-8E26-1657AEFE82FA}" dt="2026-01-03T19:50:34.867" v="621" actId="1076"/>
          <ac:spMkLst>
            <pc:docMk/>
            <pc:sldMk cId="1216504461" sldId="270"/>
            <ac:spMk id="11" creationId="{36376E4C-9CD8-9E28-39EF-48D183ED25E0}"/>
          </ac:spMkLst>
        </pc:spChg>
        <pc:spChg chg="add mod">
          <ac:chgData name="atharva more" userId="85fdb666a4937fa2" providerId="LiveId" clId="{9E98FE44-442D-4B07-8E26-1657AEFE82FA}" dt="2026-01-03T19:50:44.210" v="623" actId="1076"/>
          <ac:spMkLst>
            <pc:docMk/>
            <pc:sldMk cId="1216504461" sldId="270"/>
            <ac:spMk id="12" creationId="{A5BF42F3-1781-9906-696E-B1B3A62EA0DC}"/>
          </ac:spMkLst>
        </pc:spChg>
        <pc:spChg chg="add mod">
          <ac:chgData name="atharva more" userId="85fdb666a4937fa2" providerId="LiveId" clId="{9E98FE44-442D-4B07-8E26-1657AEFE82FA}" dt="2026-01-03T19:52:45.818" v="633" actId="1076"/>
          <ac:spMkLst>
            <pc:docMk/>
            <pc:sldMk cId="1216504461" sldId="270"/>
            <ac:spMk id="13" creationId="{3AC65AC6-244D-58F5-EB13-C850F62423CF}"/>
          </ac:spMkLst>
        </pc:spChg>
        <pc:spChg chg="add mod">
          <ac:chgData name="atharva more" userId="85fdb666a4937fa2" providerId="LiveId" clId="{9E98FE44-442D-4B07-8E26-1657AEFE82FA}" dt="2026-01-03T19:53:01.917" v="637" actId="1076"/>
          <ac:spMkLst>
            <pc:docMk/>
            <pc:sldMk cId="1216504461" sldId="270"/>
            <ac:spMk id="15" creationId="{3A23975E-9713-CCFF-2C52-77C04FC4577B}"/>
          </ac:spMkLst>
        </pc:spChg>
        <pc:picChg chg="add mod ord">
          <ac:chgData name="atharva more" userId="85fdb666a4937fa2" providerId="LiveId" clId="{9E98FE44-442D-4B07-8E26-1657AEFE82FA}" dt="2026-01-03T19:37:43.458" v="510" actId="14100"/>
          <ac:picMkLst>
            <pc:docMk/>
            <pc:sldMk cId="1216504461" sldId="270"/>
            <ac:picMk id="5" creationId="{F5138B83-8292-3F37-06B5-999D27585536}"/>
          </ac:picMkLst>
        </pc:picChg>
        <pc:picChg chg="add mod">
          <ac:chgData name="atharva more" userId="85fdb666a4937fa2" providerId="LiveId" clId="{9E98FE44-442D-4B07-8E26-1657AEFE82FA}" dt="2026-01-03T19:52:39.654" v="632" actId="14100"/>
          <ac:picMkLst>
            <pc:docMk/>
            <pc:sldMk cId="1216504461" sldId="270"/>
            <ac:picMk id="7" creationId="{A253E2C5-B5BB-CBC8-4B7A-851C55E5271C}"/>
          </ac:picMkLst>
        </pc:picChg>
      </pc:sldChg>
      <pc:sldChg chg="addSp delSp modSp new mod">
        <pc:chgData name="atharva more" userId="85fdb666a4937fa2" providerId="LiveId" clId="{9E98FE44-442D-4B07-8E26-1657AEFE82FA}" dt="2026-01-03T19:53:46.578" v="644" actId="1076"/>
        <pc:sldMkLst>
          <pc:docMk/>
          <pc:sldMk cId="543503055" sldId="271"/>
        </pc:sldMkLst>
        <pc:spChg chg="mod">
          <ac:chgData name="atharva more" userId="85fdb666a4937fa2" providerId="LiveId" clId="{9E98FE44-442D-4B07-8E26-1657AEFE82FA}" dt="2026-01-03T19:43:38.334" v="574" actId="27636"/>
          <ac:spMkLst>
            <pc:docMk/>
            <pc:sldMk cId="543503055" sldId="271"/>
            <ac:spMk id="2" creationId="{62FEC2FA-AACF-3332-17BF-D4D30845547C}"/>
          </ac:spMkLst>
        </pc:spChg>
        <pc:spChg chg="add mod">
          <ac:chgData name="atharva more" userId="85fdb666a4937fa2" providerId="LiveId" clId="{9E98FE44-442D-4B07-8E26-1657AEFE82FA}" dt="2026-01-03T19:53:21.181" v="640" actId="1076"/>
          <ac:spMkLst>
            <pc:docMk/>
            <pc:sldMk cId="543503055" sldId="271"/>
            <ac:spMk id="10" creationId="{4875E46F-A823-02B5-10C3-2B16BA976AF1}"/>
          </ac:spMkLst>
        </pc:spChg>
        <pc:spChg chg="add mod">
          <ac:chgData name="atharva more" userId="85fdb666a4937fa2" providerId="LiveId" clId="{9E98FE44-442D-4B07-8E26-1657AEFE82FA}" dt="2026-01-03T19:53:38.929" v="642" actId="1076"/>
          <ac:spMkLst>
            <pc:docMk/>
            <pc:sldMk cId="543503055" sldId="271"/>
            <ac:spMk id="11" creationId="{2F19E52C-CE07-647B-267B-187C0CAC8BD2}"/>
          </ac:spMkLst>
        </pc:spChg>
        <pc:spChg chg="add mod">
          <ac:chgData name="atharva more" userId="85fdb666a4937fa2" providerId="LiveId" clId="{9E98FE44-442D-4B07-8E26-1657AEFE82FA}" dt="2026-01-03T19:53:46.578" v="644" actId="1076"/>
          <ac:spMkLst>
            <pc:docMk/>
            <pc:sldMk cId="543503055" sldId="271"/>
            <ac:spMk id="12" creationId="{19B2A328-7B8C-F562-2BB4-CD88763FB559}"/>
          </ac:spMkLst>
        </pc:spChg>
        <pc:picChg chg="add mod ord">
          <ac:chgData name="atharva more" userId="85fdb666a4937fa2" providerId="LiveId" clId="{9E98FE44-442D-4B07-8E26-1657AEFE82FA}" dt="2026-01-03T19:43:46.120" v="575" actId="1076"/>
          <ac:picMkLst>
            <pc:docMk/>
            <pc:sldMk cId="543503055" sldId="271"/>
            <ac:picMk id="5" creationId="{575E1555-13A8-6709-6EDC-298DC60CED49}"/>
          </ac:picMkLst>
        </pc:picChg>
        <pc:picChg chg="add mod">
          <ac:chgData name="atharva more" userId="85fdb666a4937fa2" providerId="LiveId" clId="{9E98FE44-442D-4B07-8E26-1657AEFE82FA}" dt="2026-01-03T19:44:13.099" v="581" actId="1076"/>
          <ac:picMkLst>
            <pc:docMk/>
            <pc:sldMk cId="543503055" sldId="271"/>
            <ac:picMk id="7" creationId="{3298F6B2-8A74-36A9-27DD-D690BB4F054B}"/>
          </ac:picMkLst>
        </pc:picChg>
        <pc:picChg chg="add mod">
          <ac:chgData name="atharva more" userId="85fdb666a4937fa2" providerId="LiveId" clId="{9E98FE44-442D-4B07-8E26-1657AEFE82FA}" dt="2026-01-03T19:44:21.681" v="582" actId="1076"/>
          <ac:picMkLst>
            <pc:docMk/>
            <pc:sldMk cId="543503055" sldId="271"/>
            <ac:picMk id="9" creationId="{0B25C2A7-4D82-69B3-132E-E21466F8BE60}"/>
          </ac:picMkLst>
        </pc:picChg>
      </pc:sldChg>
      <pc:sldChg chg="addSp delSp modSp new mod">
        <pc:chgData name="atharva more" userId="85fdb666a4937fa2" providerId="LiveId" clId="{9E98FE44-442D-4B07-8E26-1657AEFE82FA}" dt="2026-01-03T19:54:01.230" v="647" actId="1076"/>
        <pc:sldMkLst>
          <pc:docMk/>
          <pc:sldMk cId="1157713095" sldId="272"/>
        </pc:sldMkLst>
        <pc:spChg chg="mod">
          <ac:chgData name="atharva more" userId="85fdb666a4937fa2" providerId="LiveId" clId="{9E98FE44-442D-4B07-8E26-1657AEFE82FA}" dt="2026-01-03T19:45:31.552" v="589" actId="27636"/>
          <ac:spMkLst>
            <pc:docMk/>
            <pc:sldMk cId="1157713095" sldId="272"/>
            <ac:spMk id="2" creationId="{8FACF17D-3588-5A2B-34D7-21C8D1C9FA94}"/>
          </ac:spMkLst>
        </pc:spChg>
        <pc:spChg chg="add mod">
          <ac:chgData name="atharva more" userId="85fdb666a4937fa2" providerId="LiveId" clId="{9E98FE44-442D-4B07-8E26-1657AEFE82FA}" dt="2026-01-03T19:54:01.230" v="647" actId="1076"/>
          <ac:spMkLst>
            <pc:docMk/>
            <pc:sldMk cId="1157713095" sldId="272"/>
            <ac:spMk id="6" creationId="{2EA01C3C-149E-B618-14AE-4D3C6375EE8F}"/>
          </ac:spMkLst>
        </pc:spChg>
        <pc:picChg chg="add mod ord">
          <ac:chgData name="atharva more" userId="85fdb666a4937fa2" providerId="LiveId" clId="{9E98FE44-442D-4B07-8E26-1657AEFE82FA}" dt="2026-01-03T19:46:26.310" v="593" actId="1076"/>
          <ac:picMkLst>
            <pc:docMk/>
            <pc:sldMk cId="1157713095" sldId="272"/>
            <ac:picMk id="5" creationId="{0BB53719-08B2-92AD-12E4-371708225666}"/>
          </ac:picMkLst>
        </pc:picChg>
      </pc:sldChg>
      <pc:sldChg chg="addSp delSp modSp add mod">
        <pc:chgData name="atharva more" userId="85fdb666a4937fa2" providerId="LiveId" clId="{9E98FE44-442D-4B07-8E26-1657AEFE82FA}" dt="2026-01-03T19:54:19.179" v="651" actId="1076"/>
        <pc:sldMkLst>
          <pc:docMk/>
          <pc:sldMk cId="3606637606" sldId="273"/>
        </pc:sldMkLst>
        <pc:spChg chg="add mod">
          <ac:chgData name="atharva more" userId="85fdb666a4937fa2" providerId="LiveId" clId="{9E98FE44-442D-4B07-8E26-1657AEFE82FA}" dt="2026-01-03T19:54:09.314" v="649" actId="1076"/>
          <ac:spMkLst>
            <pc:docMk/>
            <pc:sldMk cId="3606637606" sldId="273"/>
            <ac:spMk id="10" creationId="{7401ACF2-52EB-E2AE-66AF-896994154520}"/>
          </ac:spMkLst>
        </pc:spChg>
        <pc:spChg chg="add mod">
          <ac:chgData name="atharva more" userId="85fdb666a4937fa2" providerId="LiveId" clId="{9E98FE44-442D-4B07-8E26-1657AEFE82FA}" dt="2026-01-03T19:54:19.179" v="651" actId="1076"/>
          <ac:spMkLst>
            <pc:docMk/>
            <pc:sldMk cId="3606637606" sldId="273"/>
            <ac:spMk id="11" creationId="{54E22BD5-6A8A-BE3A-DB59-0591FA3A6A0E}"/>
          </ac:spMkLst>
        </pc:spChg>
        <pc:picChg chg="add mod ord">
          <ac:chgData name="atharva more" userId="85fdb666a4937fa2" providerId="LiveId" clId="{9E98FE44-442D-4B07-8E26-1657AEFE82FA}" dt="2026-01-03T19:47:42.187" v="602" actId="14100"/>
          <ac:picMkLst>
            <pc:docMk/>
            <pc:sldMk cId="3606637606" sldId="273"/>
            <ac:picMk id="7" creationId="{51548F7D-0B7A-1227-66E1-C05D67C8BA19}"/>
          </ac:picMkLst>
        </pc:picChg>
        <pc:picChg chg="add mod">
          <ac:chgData name="atharva more" userId="85fdb666a4937fa2" providerId="LiveId" clId="{9E98FE44-442D-4B07-8E26-1657AEFE82FA}" dt="2026-01-03T19:48:22.069" v="606" actId="14100"/>
          <ac:picMkLst>
            <pc:docMk/>
            <pc:sldMk cId="3606637606" sldId="273"/>
            <ac:picMk id="9" creationId="{D41008F5-5C71-9023-E26C-F482C65E65DE}"/>
          </ac:picMkLst>
        </pc:picChg>
      </pc:sldChg>
      <pc:sldChg chg="addSp modSp new mod ord setBg">
        <pc:chgData name="atharva more" userId="85fdb666a4937fa2" providerId="LiveId" clId="{9E98FE44-442D-4B07-8E26-1657AEFE82FA}" dt="2026-01-05T12:57:34.135" v="1417"/>
        <pc:sldMkLst>
          <pc:docMk/>
          <pc:sldMk cId="4282163429" sldId="274"/>
        </pc:sldMkLst>
        <pc:spChg chg="mod">
          <ac:chgData name="atharva more" userId="85fdb666a4937fa2" providerId="LiveId" clId="{9E98FE44-442D-4B07-8E26-1657AEFE82FA}" dt="2026-01-05T12:57:24.902" v="1416" actId="207"/>
          <ac:spMkLst>
            <pc:docMk/>
            <pc:sldMk cId="4282163429" sldId="274"/>
            <ac:spMk id="2" creationId="{B38E3C84-6B30-7E8B-D3E9-BB497099C1AD}"/>
          </ac:spMkLst>
        </pc:spChg>
        <pc:spChg chg="mod">
          <ac:chgData name="atharva more" userId="85fdb666a4937fa2" providerId="LiveId" clId="{9E98FE44-442D-4B07-8E26-1657AEFE82FA}" dt="2026-01-05T12:55:35.018" v="1061" actId="27636"/>
          <ac:spMkLst>
            <pc:docMk/>
            <pc:sldMk cId="4282163429" sldId="274"/>
            <ac:spMk id="3" creationId="{1CC898CB-1861-004E-DE78-32758D9D3943}"/>
          </ac:spMkLst>
        </pc:spChg>
        <pc:spChg chg="add mod">
          <ac:chgData name="atharva more" userId="85fdb666a4937fa2" providerId="LiveId" clId="{9E98FE44-442D-4B07-8E26-1657AEFE82FA}" dt="2026-01-05T12:55:57.789" v="1065" actId="1076"/>
          <ac:spMkLst>
            <pc:docMk/>
            <pc:sldMk cId="4282163429" sldId="274"/>
            <ac:spMk id="4" creationId="{E3253C20-9FCD-86A4-816A-015DC49FC463}"/>
          </ac:spMkLst>
        </pc:spChg>
        <pc:spChg chg="add mod">
          <ac:chgData name="atharva more" userId="85fdb666a4937fa2" providerId="LiveId" clId="{9E98FE44-442D-4B07-8E26-1657AEFE82FA}" dt="2026-01-05T12:55:50.434" v="1064" actId="1076"/>
          <ac:spMkLst>
            <pc:docMk/>
            <pc:sldMk cId="4282163429" sldId="274"/>
            <ac:spMk id="5" creationId="{5270537C-710B-18A4-8271-B743DADC4423}"/>
          </ac:spMkLst>
        </pc:spChg>
        <pc:spChg chg="add mod">
          <ac:chgData name="atharva more" userId="85fdb666a4937fa2" providerId="LiveId" clId="{9E98FE44-442D-4B07-8E26-1657AEFE82FA}" dt="2026-01-05T12:56:02.841" v="1066" actId="1076"/>
          <ac:spMkLst>
            <pc:docMk/>
            <pc:sldMk cId="4282163429" sldId="274"/>
            <ac:spMk id="6" creationId="{E74E1AA3-66B4-6CA9-7814-0FA6F283551E}"/>
          </ac:spMkLst>
        </pc:spChg>
        <pc:spChg chg="add mod">
          <ac:chgData name="atharva more" userId="85fdb666a4937fa2" providerId="LiveId" clId="{9E98FE44-442D-4B07-8E26-1657AEFE82FA}" dt="2026-01-05T12:55:44.807" v="1063" actId="1076"/>
          <ac:spMkLst>
            <pc:docMk/>
            <pc:sldMk cId="4282163429" sldId="274"/>
            <ac:spMk id="7" creationId="{A16D25FD-9455-E75D-A18E-7E281B1DC4E5}"/>
          </ac:spMkLst>
        </pc:spChg>
        <pc:spChg chg="add mod">
          <ac:chgData name="atharva more" userId="85fdb666a4937fa2" providerId="LiveId" clId="{9E98FE44-442D-4B07-8E26-1657AEFE82FA}" dt="2026-01-05T12:55:39.256" v="1062" actId="1076"/>
          <ac:spMkLst>
            <pc:docMk/>
            <pc:sldMk cId="4282163429" sldId="274"/>
            <ac:spMk id="8" creationId="{74A1E33D-F583-F30B-EDBF-21379422B897}"/>
          </ac:spMkLst>
        </pc:spChg>
      </pc:sldChg>
      <pc:sldChg chg="delSp modSp new mod setBg">
        <pc:chgData name="atharva more" userId="85fdb666a4937fa2" providerId="LiveId" clId="{9E98FE44-442D-4B07-8E26-1657AEFE82FA}" dt="2026-01-05T12:58:47.893" v="1454"/>
        <pc:sldMkLst>
          <pc:docMk/>
          <pc:sldMk cId="1441871252" sldId="275"/>
        </pc:sldMkLst>
        <pc:spChg chg="del">
          <ac:chgData name="atharva more" userId="85fdb666a4937fa2" providerId="LiveId" clId="{9E98FE44-442D-4B07-8E26-1657AEFE82FA}" dt="2026-01-05T12:58:18.159" v="1448" actId="478"/>
          <ac:spMkLst>
            <pc:docMk/>
            <pc:sldMk cId="1441871252" sldId="275"/>
            <ac:spMk id="2" creationId="{13A6417F-1F75-1548-F418-E25E32D003DA}"/>
          </ac:spMkLst>
        </pc:spChg>
        <pc:spChg chg="mod">
          <ac:chgData name="atharva more" userId="85fdb666a4937fa2" providerId="LiveId" clId="{9E98FE44-442D-4B07-8E26-1657AEFE82FA}" dt="2026-01-05T12:58:39.892" v="1451" actId="1076"/>
          <ac:spMkLst>
            <pc:docMk/>
            <pc:sldMk cId="1441871252" sldId="275"/>
            <ac:spMk id="3" creationId="{01BDE275-6EB7-D03B-5D60-0EC059CF59A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Total Bookings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strRef>
              <c:f>Sheet1!$B$1</c:f>
              <c:strCache>
                <c:ptCount val="1"/>
                <c:pt idx="0">
                  <c:v>Total Bookings</c:v>
                </c:pt>
              </c:strCache>
            </c:strRef>
          </c:tx>
          <c:spPr>
            <a:solidFill>
              <a:schemeClr val="accent1"/>
            </a:solidFill>
            <a:ln>
              <a:noFill/>
            </a:ln>
            <a:effectLst/>
          </c:spPr>
          <c:cat>
            <c:strRef>
              <c:f>Sheet1!$A$2:$A$8</c:f>
              <c:strCache>
                <c:ptCount val="7"/>
                <c:pt idx="0">
                  <c:v>Monday</c:v>
                </c:pt>
                <c:pt idx="1">
                  <c:v>Tuesday</c:v>
                </c:pt>
                <c:pt idx="2">
                  <c:v>Wednesday</c:v>
                </c:pt>
                <c:pt idx="3">
                  <c:v>Thursday</c:v>
                </c:pt>
                <c:pt idx="4">
                  <c:v>Friday</c:v>
                </c:pt>
                <c:pt idx="5">
                  <c:v>Saturday</c:v>
                </c:pt>
                <c:pt idx="6">
                  <c:v>Sunday</c:v>
                </c:pt>
              </c:strCache>
            </c:strRef>
          </c:cat>
          <c:val>
            <c:numRef>
              <c:f>Sheet1!$B$2:$B$8</c:f>
              <c:numCache>
                <c:formatCode>General</c:formatCode>
                <c:ptCount val="7"/>
                <c:pt idx="0">
                  <c:v>0</c:v>
                </c:pt>
                <c:pt idx="1">
                  <c:v>1</c:v>
                </c:pt>
                <c:pt idx="2">
                  <c:v>1</c:v>
                </c:pt>
                <c:pt idx="3">
                  <c:v>1</c:v>
                </c:pt>
                <c:pt idx="4">
                  <c:v>1</c:v>
                </c:pt>
                <c:pt idx="5">
                  <c:v>1</c:v>
                </c:pt>
                <c:pt idx="6">
                  <c:v>1</c:v>
                </c:pt>
              </c:numCache>
            </c:numRef>
          </c:val>
          <c:extLst>
            <c:ext xmlns:c16="http://schemas.microsoft.com/office/drawing/2014/chart" uri="{C3380CC4-5D6E-409C-BE32-E72D297353CC}">
              <c16:uniqueId val="{00000000-DB19-43DF-8801-F3C88B428F78}"/>
            </c:ext>
          </c:extLst>
        </c:ser>
        <c:dLbls>
          <c:showLegendKey val="0"/>
          <c:showVal val="0"/>
          <c:showCatName val="0"/>
          <c:showSerName val="0"/>
          <c:showPercent val="0"/>
          <c:showBubbleSize val="0"/>
        </c:dLbls>
        <c:axId val="2019628032"/>
        <c:axId val="2019628992"/>
      </c:areaChart>
      <c:catAx>
        <c:axId val="20196280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9628992"/>
        <c:crosses val="autoZero"/>
        <c:auto val="1"/>
        <c:lblAlgn val="ctr"/>
        <c:lblOffset val="100"/>
        <c:noMultiLvlLbl val="0"/>
      </c:catAx>
      <c:valAx>
        <c:axId val="20196289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9628032"/>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7150270171322443"/>
          <c:y val="0.13296494888608795"/>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1062837574630575"/>
          <c:y val="0.14923939960580179"/>
          <c:w val="0.62329629104611706"/>
          <c:h val="0.79750394331206298"/>
        </c:manualLayout>
      </c:layout>
      <c:pieChart>
        <c:varyColors val="1"/>
        <c:ser>
          <c:idx val="0"/>
          <c:order val="0"/>
          <c:tx>
            <c:strRef>
              <c:f>'[Chart in Microsoft PowerPoint]Sheet1'!$B$1</c:f>
              <c:strCache>
                <c:ptCount val="1"/>
                <c:pt idx="0">
                  <c:v>Revenue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C27-4ECE-9FD1-1FE09317183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C27-4ECE-9FD1-1FE09317183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PowerPoint]Sheet1'!$A$2:$A$3</c:f>
              <c:strCache>
                <c:ptCount val="2"/>
                <c:pt idx="0">
                  <c:v>Sedan</c:v>
                </c:pt>
                <c:pt idx="1">
                  <c:v>SUV</c:v>
                </c:pt>
              </c:strCache>
            </c:strRef>
          </c:cat>
          <c:val>
            <c:numRef>
              <c:f>'[Chart in Microsoft PowerPoint]Sheet1'!$B$2:$B$3</c:f>
              <c:numCache>
                <c:formatCode>General</c:formatCode>
                <c:ptCount val="2"/>
                <c:pt idx="0">
                  <c:v>250</c:v>
                </c:pt>
                <c:pt idx="1">
                  <c:v>600</c:v>
                </c:pt>
              </c:numCache>
            </c:numRef>
          </c:val>
          <c:extLst>
            <c:ext xmlns:c16="http://schemas.microsoft.com/office/drawing/2014/chart" uri="{C3380CC4-5D6E-409C-BE32-E72D297353CC}">
              <c16:uniqueId val="{00000004-AC27-4ECE-9FD1-1FE09317183C}"/>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l"/>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a:t>
            </a:r>
            <a:r>
              <a:rPr lang="en-US" baseline="0" dirty="0"/>
              <a:t> wait time in mins for each location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AvgWaitTimeMins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348-4135-B829-AE4D910AE75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348-4135-B829-AE4D910AE75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348-4135-B829-AE4D910AE757}"/>
              </c:ext>
            </c:extLst>
          </c:dPt>
          <c:cat>
            <c:strRef>
              <c:f>Sheet1!$A$2:$A$4</c:f>
              <c:strCache>
                <c:ptCount val="3"/>
                <c:pt idx="0">
                  <c:v>Mall</c:v>
                </c:pt>
                <c:pt idx="1">
                  <c:v>Suburbs</c:v>
                </c:pt>
                <c:pt idx="2">
                  <c:v>Downtown</c:v>
                </c:pt>
              </c:strCache>
            </c:strRef>
          </c:cat>
          <c:val>
            <c:numRef>
              <c:f>Sheet1!$B$2:$B$4</c:f>
              <c:numCache>
                <c:formatCode>General</c:formatCode>
                <c:ptCount val="3"/>
                <c:pt idx="0">
                  <c:v>10</c:v>
                </c:pt>
                <c:pt idx="1">
                  <c:v>10</c:v>
                </c:pt>
                <c:pt idx="2">
                  <c:v>5</c:v>
                </c:pt>
              </c:numCache>
            </c:numRef>
          </c:val>
          <c:extLst>
            <c:ext xmlns:c16="http://schemas.microsoft.com/office/drawing/2014/chart" uri="{C3380CC4-5D6E-409C-BE32-E72D297353CC}">
              <c16:uniqueId val="{00000006-2348-4135-B829-AE4D910AE757}"/>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Sheet1!$B$3:$B$5</cx:f>
        <cx:lvl ptCount="3">
          <cx:pt idx="0">Linda Miles</cx:pt>
          <cx:pt idx="1">John Driver</cx:pt>
          <cx:pt idx="2">Sandra Swift</cx:pt>
        </cx:lvl>
      </cx:strDim>
      <cx:numDim type="val">
        <cx:f>Sheet1!$C$3:$C$5</cx:f>
        <cx:lvl ptCount="3" formatCode="General">
          <cx:pt idx="0">32</cx:pt>
          <cx:pt idx="1">18.5</cx:pt>
          <cx:pt idx="2">10</cx:pt>
        </cx:lvl>
      </cx:numDim>
    </cx:data>
  </cx:chartData>
  <cx:chart>
    <cx:plotArea>
      <cx:plotAreaRegion>
        <cx:series layoutId="funnel" uniqueId="{4EB89A5C-5A4D-45A5-8743-CCEA96E2A50B}">
          <cx:tx>
            <cx:txData>
              <cx:f>Sheet1!$C$2</cx:f>
              <cx:v>TotalDistance</cx:v>
            </cx:txData>
          </cx:tx>
          <cx:dataLabels>
            <cx:visibility seriesName="0" categoryName="0" value="1"/>
          </cx:dataLabels>
          <cx:dataId val="0"/>
        </cx:series>
      </cx:plotAreaRegion>
      <cx:axis id="0">
        <cx:catScaling gapWidth="0.0599999987"/>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8699E-8A58-D47A-9804-87FAE0725B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196134-4F7C-DECB-F3F9-09898941E8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2978F4-20EC-804D-950B-C324BE3CA076}"/>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2C208121-A7EC-338C-13A5-FE560B6C9A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122101-EB79-5F80-7AFF-3B6563B232B2}"/>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102679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07C-DCB5-62D3-A64C-C53F53D10F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2B0400-D3CF-26F0-0981-60672F543D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FD449-94DA-F1B2-F54A-587BA9A95021}"/>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520C11A3-0D58-41B3-4AEB-8C25F888F4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2D7714-7310-8630-576F-079C71F7227F}"/>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037636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302B6-5375-AC95-E869-D0D0D8A33E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9F21D0-6404-0985-3E47-0F62F3464D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A57275-2C15-F7A2-3898-4B25BB769FC4}"/>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7E2FAF3B-2046-7560-D94A-0E562FF88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DF4D9F-90DC-329B-2E2D-F43C0DE2C85A}"/>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083852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71B37-8165-95DE-612E-EFD930C271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A75E38-3388-45C8-D856-DF495A3EDB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0630AC-8246-05ED-B334-DDFD6A0E93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DC616C-A5BD-39CB-F0AF-9F21F6CA7641}"/>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6" name="Footer Placeholder 5">
            <a:extLst>
              <a:ext uri="{FF2B5EF4-FFF2-40B4-BE49-F238E27FC236}">
                <a16:creationId xmlns:a16="http://schemas.microsoft.com/office/drawing/2014/main" id="{2CDE45E3-51AA-5244-0F5B-F319EA698F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090910-8612-1925-9E59-37C7DF977623}"/>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11850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4AF6-8AC2-A41F-E1F2-D97EB50B3A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2B8E82-D2F6-D7E9-8E88-61D1A7BAD1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1A0992-F82F-AC20-DB9B-96DD08D53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ED7206-F9C8-DC00-0FF9-8770E264B7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FA04FA-FB02-E837-80FA-92FAC7ED81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3940AD-9DF2-E06C-FCA6-7AA58C7835A9}"/>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8" name="Footer Placeholder 7">
            <a:extLst>
              <a:ext uri="{FF2B5EF4-FFF2-40B4-BE49-F238E27FC236}">
                <a16:creationId xmlns:a16="http://schemas.microsoft.com/office/drawing/2014/main" id="{DF193CF5-8AF6-5D8F-412B-36DBE60937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12D3F2-466B-667E-6884-144F7286B53A}"/>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34990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029D-9D6D-F44D-F9D3-D89AF99ECA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842E4B-D811-8386-27C0-43D48EF3155F}"/>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4" name="Footer Placeholder 3">
            <a:extLst>
              <a:ext uri="{FF2B5EF4-FFF2-40B4-BE49-F238E27FC236}">
                <a16:creationId xmlns:a16="http://schemas.microsoft.com/office/drawing/2014/main" id="{D3E3C2B1-985C-FD18-7578-EA4BDF20D4B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BF5DD8-0829-B995-DA9B-96D472E00BB3}"/>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151455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854B3F-0FD4-5F81-6628-A9BCDB0574A8}"/>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3" name="Footer Placeholder 2">
            <a:extLst>
              <a:ext uri="{FF2B5EF4-FFF2-40B4-BE49-F238E27FC236}">
                <a16:creationId xmlns:a16="http://schemas.microsoft.com/office/drawing/2014/main" id="{2BC58CA4-79B9-439A-E239-691AB671BA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7814FD-71D5-61F7-74B0-A8D4D3295679}"/>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2942286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10AD-41FD-48A3-6FB3-17ED8E2C98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ED9CEC-C326-F761-164D-1AF6A86F54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74A823-3C9C-E9A6-4E76-31A57A0B6B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7AC215-2AA3-7AA6-0646-940163B6E886}"/>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6" name="Footer Placeholder 5">
            <a:extLst>
              <a:ext uri="{FF2B5EF4-FFF2-40B4-BE49-F238E27FC236}">
                <a16:creationId xmlns:a16="http://schemas.microsoft.com/office/drawing/2014/main" id="{1C0029D3-17A9-08FB-D7D1-CBF77F35E5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93037B-6EC4-3854-148F-384D6441B508}"/>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396914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CBC0B-464F-A7C9-B092-9069638DB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4140CF-59B8-6AAA-64EF-508BA00862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58C1D5-D4B6-02A3-38F4-5CBB8BC83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30995-3A29-1373-DD2F-01B0689221EB}"/>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6" name="Footer Placeholder 5">
            <a:extLst>
              <a:ext uri="{FF2B5EF4-FFF2-40B4-BE49-F238E27FC236}">
                <a16:creationId xmlns:a16="http://schemas.microsoft.com/office/drawing/2014/main" id="{F4C426CC-FA62-2660-AC27-0F5AD89B0C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95F31A-63BA-24A8-63CB-5DFF505D1878}"/>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2023967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B6399-A9E5-D230-0A5E-D8D81F288D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90BDC2-BA03-BAA3-172F-C7094CAB99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B48D99-394D-9399-A3F4-0BCE5BB00CE6}"/>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FF538018-EBA6-EA5C-79B7-BDACEA374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179B5-F9C6-BFA3-98EB-C49C8466AD59}"/>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1983045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B0ED44-AAEC-7C4B-F55B-D9D73C9406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81E256-C371-1114-6665-FCBA2081D3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15860-FD77-EA56-CACC-4E0537688ADA}"/>
              </a:ext>
            </a:extLst>
          </p:cNvPr>
          <p:cNvSpPr>
            <a:spLocks noGrp="1"/>
          </p:cNvSpPr>
          <p:nvPr>
            <p:ph type="dt" sz="half" idx="10"/>
          </p:nvPr>
        </p:nvSpPr>
        <p:spPr/>
        <p:txBody>
          <a:body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39BB4B08-0CDE-3C78-DBB9-0D841C058F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674119-61B3-28E2-8B95-0D2B993A15D4}"/>
              </a:ext>
            </a:extLst>
          </p:cNvPr>
          <p:cNvSpPr>
            <a:spLocks noGrp="1"/>
          </p:cNvSpPr>
          <p:nvPr>
            <p:ph type="sldNum" sz="quarter" idx="12"/>
          </p:nvPr>
        </p:nvSpPr>
        <p:spPr/>
        <p:txBody>
          <a:bodyPr/>
          <a:lstStyle/>
          <a:p>
            <a:fld id="{4CA39357-9202-4FEB-AE3A-42BFB0EB0342}" type="slidenum">
              <a:rPr lang="en-IN" smtClean="0"/>
              <a:t>‹#›</a:t>
            </a:fld>
            <a:endParaRPr lang="en-IN"/>
          </a:p>
        </p:txBody>
      </p:sp>
    </p:spTree>
    <p:extLst>
      <p:ext uri="{BB962C8B-B14F-4D97-AF65-F5344CB8AC3E}">
        <p14:creationId xmlns:p14="http://schemas.microsoft.com/office/powerpoint/2010/main" val="80635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4EB380-0EA4-CEC2-54BA-0C01596D7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A13DB2-714E-348A-2A97-6289E2CC7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DBE64E-2C7D-BC80-12FA-998C614FD6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96F781-82D8-44C1-853C-644D02CC112A}" type="datetimeFigureOut">
              <a:rPr lang="en-IN" smtClean="0"/>
              <a:t>05-01-2026</a:t>
            </a:fld>
            <a:endParaRPr lang="en-IN"/>
          </a:p>
        </p:txBody>
      </p:sp>
      <p:sp>
        <p:nvSpPr>
          <p:cNvPr id="5" name="Footer Placeholder 4">
            <a:extLst>
              <a:ext uri="{FF2B5EF4-FFF2-40B4-BE49-F238E27FC236}">
                <a16:creationId xmlns:a16="http://schemas.microsoft.com/office/drawing/2014/main" id="{6F414A3B-C3DE-A2EB-4350-7D1C3BF94B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E151BE5-E1FA-ADE5-AAB1-2FC2644DDB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A39357-9202-4FEB-AE3A-42BFB0EB0342}" type="slidenum">
              <a:rPr lang="en-IN" smtClean="0"/>
              <a:t>‹#›</a:t>
            </a:fld>
            <a:endParaRPr lang="en-IN"/>
          </a:p>
        </p:txBody>
      </p:sp>
    </p:spTree>
    <p:extLst>
      <p:ext uri="{BB962C8B-B14F-4D97-AF65-F5344CB8AC3E}">
        <p14:creationId xmlns:p14="http://schemas.microsoft.com/office/powerpoint/2010/main" val="1371094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14/relationships/chartEx" Target="../charts/chartEx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C47E-5FAE-9F0B-DCB4-8A2812394AD3}"/>
              </a:ext>
            </a:extLst>
          </p:cNvPr>
          <p:cNvSpPr>
            <a:spLocks noGrp="1"/>
          </p:cNvSpPr>
          <p:nvPr>
            <p:ph type="title"/>
          </p:nvPr>
        </p:nvSpPr>
        <p:spPr>
          <a:xfrm>
            <a:off x="1655324" y="452675"/>
            <a:ext cx="7552267" cy="1243542"/>
          </a:xfrm>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C3B9820F-E4CA-CD96-56E4-6E49DAC56395}"/>
              </a:ext>
            </a:extLst>
          </p:cNvPr>
          <p:cNvSpPr>
            <a:spLocks noGrp="1"/>
          </p:cNvSpPr>
          <p:nvPr>
            <p:ph idx="1"/>
          </p:nvPr>
        </p:nvSpPr>
        <p:spPr>
          <a:xfrm>
            <a:off x="838200" y="2167467"/>
            <a:ext cx="10430933" cy="3708400"/>
          </a:xfrm>
        </p:spPr>
        <p:txBody>
          <a:bodyPr>
            <a:normAutofit/>
          </a:bodyPr>
          <a:lstStyle/>
          <a:p>
            <a:pPr marL="0" indent="0">
              <a:buNone/>
            </a:pPr>
            <a:r>
              <a:rPr lang="en-US" dirty="0"/>
              <a:t>This project demonstrated the power of SQL in transforming cab booking operations data into actionable business insights. From customer behavior to profitability and operational efficiency, each query revealed patterns that help optimize services, improve user satisfaction, and guide data-driven decision-making. Well-structured SQL logic can empower strategic planning and improve real-world business outcomes.</a:t>
            </a:r>
            <a:endParaRPr lang="en-IN" dirty="0"/>
          </a:p>
        </p:txBody>
      </p:sp>
    </p:spTree>
    <p:extLst>
      <p:ext uri="{BB962C8B-B14F-4D97-AF65-F5344CB8AC3E}">
        <p14:creationId xmlns:p14="http://schemas.microsoft.com/office/powerpoint/2010/main" val="4227584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lgCheck">
          <a:fgClr>
            <a:schemeClr val="tx2">
              <a:lumMod val="10000"/>
              <a:lumOff val="9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E3C84-6B30-7E8B-D3E9-BB497099C1AD}"/>
              </a:ext>
            </a:extLst>
          </p:cNvPr>
          <p:cNvSpPr>
            <a:spLocks noGrp="1"/>
          </p:cNvSpPr>
          <p:nvPr>
            <p:ph type="title"/>
          </p:nvPr>
        </p:nvSpPr>
        <p:spPr>
          <a:gradFill flip="none" rotWithShape="1">
            <a:gsLst>
              <a:gs pos="0">
                <a:schemeClr val="accent4">
                  <a:lumMod val="5000"/>
                  <a:lumOff val="95000"/>
                  <a:alpha val="32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txBody>
          <a:bodyPr/>
          <a:lstStyle/>
          <a:p>
            <a:r>
              <a:rPr lang="en-IN" dirty="0"/>
              <a:t>Table of Contents:</a:t>
            </a:r>
          </a:p>
        </p:txBody>
      </p:sp>
      <p:sp>
        <p:nvSpPr>
          <p:cNvPr id="3" name="Content Placeholder 2">
            <a:extLst>
              <a:ext uri="{FF2B5EF4-FFF2-40B4-BE49-F238E27FC236}">
                <a16:creationId xmlns:a16="http://schemas.microsoft.com/office/drawing/2014/main" id="{1CC898CB-1861-004E-DE78-32758D9D3943}"/>
              </a:ext>
            </a:extLst>
          </p:cNvPr>
          <p:cNvSpPr>
            <a:spLocks noGrp="1"/>
          </p:cNvSpPr>
          <p:nvPr>
            <p:ph idx="1"/>
          </p:nvPr>
        </p:nvSpPr>
        <p:spPr>
          <a:xfrm>
            <a:off x="847928" y="1825625"/>
            <a:ext cx="10515600" cy="4351338"/>
          </a:xfrm>
        </p:spPr>
        <p:txBody>
          <a:bodyPr>
            <a:normAutofit lnSpcReduction="10000"/>
          </a:bodyPr>
          <a:lstStyle/>
          <a:p>
            <a:r>
              <a:rPr lang="en-US" dirty="0"/>
              <a:t>Slide 1-2		Introduction and Table of contents</a:t>
            </a:r>
          </a:p>
          <a:p>
            <a:endParaRPr lang="en-US" dirty="0"/>
          </a:p>
          <a:p>
            <a:r>
              <a:rPr lang="en-US" dirty="0"/>
              <a:t>Slide 3		ER Model of the Dataset</a:t>
            </a:r>
          </a:p>
          <a:p>
            <a:endParaRPr lang="en-US" dirty="0"/>
          </a:p>
          <a:p>
            <a:r>
              <a:rPr lang="en-US" dirty="0"/>
              <a:t>Slide 4-9		SQL queries to explore insights</a:t>
            </a:r>
          </a:p>
          <a:p>
            <a:endParaRPr lang="en-US" dirty="0"/>
          </a:p>
          <a:p>
            <a:r>
              <a:rPr lang="en-US" dirty="0"/>
              <a:t>Slide 10		Data schema set up</a:t>
            </a:r>
          </a:p>
          <a:p>
            <a:endParaRPr lang="en-US" dirty="0"/>
          </a:p>
          <a:p>
            <a:r>
              <a:rPr lang="en-US" dirty="0"/>
              <a:t>Slide 11-13	Data insertion</a:t>
            </a:r>
          </a:p>
          <a:p>
            <a:endParaRPr lang="en-IN" dirty="0"/>
          </a:p>
        </p:txBody>
      </p:sp>
      <p:sp>
        <p:nvSpPr>
          <p:cNvPr id="4" name="Arrow: Right 3">
            <a:extLst>
              <a:ext uri="{FF2B5EF4-FFF2-40B4-BE49-F238E27FC236}">
                <a16:creationId xmlns:a16="http://schemas.microsoft.com/office/drawing/2014/main" id="{E3253C20-9FCD-86A4-816A-015DC49FC463}"/>
              </a:ext>
            </a:extLst>
          </p:cNvPr>
          <p:cNvSpPr/>
          <p:nvPr/>
        </p:nvSpPr>
        <p:spPr>
          <a:xfrm>
            <a:off x="3096627" y="2917945"/>
            <a:ext cx="389107" cy="1167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5270537C-710B-18A4-8271-B743DADC4423}"/>
              </a:ext>
            </a:extLst>
          </p:cNvPr>
          <p:cNvSpPr/>
          <p:nvPr/>
        </p:nvSpPr>
        <p:spPr>
          <a:xfrm>
            <a:off x="3096628" y="3884563"/>
            <a:ext cx="389107" cy="1167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Arrow: Right 5">
            <a:extLst>
              <a:ext uri="{FF2B5EF4-FFF2-40B4-BE49-F238E27FC236}">
                <a16:creationId xmlns:a16="http://schemas.microsoft.com/office/drawing/2014/main" id="{E74E1AA3-66B4-6CA9-7814-0FA6F283551E}"/>
              </a:ext>
            </a:extLst>
          </p:cNvPr>
          <p:cNvSpPr/>
          <p:nvPr/>
        </p:nvSpPr>
        <p:spPr>
          <a:xfrm>
            <a:off x="3096626" y="2009912"/>
            <a:ext cx="389107" cy="1167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A16D25FD-9455-E75D-A18E-7E281B1DC4E5}"/>
              </a:ext>
            </a:extLst>
          </p:cNvPr>
          <p:cNvSpPr/>
          <p:nvPr/>
        </p:nvSpPr>
        <p:spPr>
          <a:xfrm>
            <a:off x="3096628" y="4756473"/>
            <a:ext cx="389107" cy="1167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Arrow: Right 7">
            <a:extLst>
              <a:ext uri="{FF2B5EF4-FFF2-40B4-BE49-F238E27FC236}">
                <a16:creationId xmlns:a16="http://schemas.microsoft.com/office/drawing/2014/main" id="{74A1E33D-F583-F30B-EDBF-21379422B897}"/>
              </a:ext>
            </a:extLst>
          </p:cNvPr>
          <p:cNvSpPr/>
          <p:nvPr/>
        </p:nvSpPr>
        <p:spPr>
          <a:xfrm>
            <a:off x="3096629" y="5723091"/>
            <a:ext cx="389107" cy="1167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282163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130B-1A54-DF08-AF3C-F5D5F431FB98}"/>
              </a:ext>
            </a:extLst>
          </p:cNvPr>
          <p:cNvSpPr>
            <a:spLocks noGrp="1"/>
          </p:cNvSpPr>
          <p:nvPr>
            <p:ph type="title"/>
          </p:nvPr>
        </p:nvSpPr>
        <p:spPr>
          <a:xfrm>
            <a:off x="2692399" y="304799"/>
            <a:ext cx="6079067" cy="1134534"/>
          </a:xfrm>
        </p:spPr>
        <p:txBody>
          <a:bodyPr>
            <a:normAutofit fontScale="90000"/>
          </a:bodyPr>
          <a:lstStyle/>
          <a:p>
            <a:r>
              <a:rPr lang="en-US" dirty="0"/>
              <a:t>ER Diagram of the Dataset</a:t>
            </a:r>
            <a:endParaRPr lang="en-IN" dirty="0"/>
          </a:p>
        </p:txBody>
      </p:sp>
      <p:pic>
        <p:nvPicPr>
          <p:cNvPr id="5" name="Content Placeholder 4">
            <a:extLst>
              <a:ext uri="{FF2B5EF4-FFF2-40B4-BE49-F238E27FC236}">
                <a16:creationId xmlns:a16="http://schemas.microsoft.com/office/drawing/2014/main" id="{820E9359-73BF-BC1B-B6CB-539AFD983FE4}"/>
              </a:ext>
            </a:extLst>
          </p:cNvPr>
          <p:cNvPicPr>
            <a:picLocks noGrp="1" noChangeAspect="1"/>
          </p:cNvPicPr>
          <p:nvPr>
            <p:ph idx="1"/>
          </p:nvPr>
        </p:nvPicPr>
        <p:blipFill>
          <a:blip r:embed="rId2"/>
          <a:stretch>
            <a:fillRect/>
          </a:stretch>
        </p:blipFill>
        <p:spPr>
          <a:xfrm>
            <a:off x="1048515" y="1322601"/>
            <a:ext cx="9725318" cy="5037816"/>
          </a:xfrm>
          <a:prstGeom prst="rect">
            <a:avLst/>
          </a:prstGeom>
        </p:spPr>
      </p:pic>
    </p:spTree>
    <p:extLst>
      <p:ext uri="{BB962C8B-B14F-4D97-AF65-F5344CB8AC3E}">
        <p14:creationId xmlns:p14="http://schemas.microsoft.com/office/powerpoint/2010/main" val="1076339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Grid">
          <a:fgClr>
            <a:schemeClr val="tx2">
              <a:lumMod val="25000"/>
              <a:lumOff val="75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7DEE-1B45-0EE3-E0DC-14B4F8A181C5}"/>
              </a:ext>
            </a:extLst>
          </p:cNvPr>
          <p:cNvSpPr>
            <a:spLocks noGrp="1"/>
          </p:cNvSpPr>
          <p:nvPr>
            <p:ph type="title"/>
          </p:nvPr>
        </p:nvSpPr>
        <p:spPr>
          <a:xfrm>
            <a:off x="838200" y="365126"/>
            <a:ext cx="10515600" cy="718607"/>
          </a:xfrm>
        </p:spPr>
        <p:txBody>
          <a:bodyPr>
            <a:normAutofit/>
          </a:bodyPr>
          <a:lstStyle/>
          <a:p>
            <a:r>
              <a:rPr lang="en-US" sz="3200" dirty="0"/>
              <a:t>Identify loyal, engaged customers who complete bookings</a:t>
            </a:r>
            <a:endParaRPr lang="en-IN" sz="3200" dirty="0"/>
          </a:p>
        </p:txBody>
      </p:sp>
      <p:pic>
        <p:nvPicPr>
          <p:cNvPr id="5" name="Content Placeholder 4">
            <a:extLst>
              <a:ext uri="{FF2B5EF4-FFF2-40B4-BE49-F238E27FC236}">
                <a16:creationId xmlns:a16="http://schemas.microsoft.com/office/drawing/2014/main" id="{6BB64ABF-E969-0217-0D7A-44172A3E7182}"/>
              </a:ext>
            </a:extLst>
          </p:cNvPr>
          <p:cNvPicPr>
            <a:picLocks noGrp="1" noChangeAspect="1"/>
          </p:cNvPicPr>
          <p:nvPr>
            <p:ph idx="1"/>
          </p:nvPr>
        </p:nvPicPr>
        <p:blipFill>
          <a:blip r:embed="rId2"/>
          <a:stretch>
            <a:fillRect/>
          </a:stretch>
        </p:blipFill>
        <p:spPr>
          <a:xfrm>
            <a:off x="838200" y="1326384"/>
            <a:ext cx="8887720" cy="2017071"/>
          </a:xfrm>
          <a:prstGeom prst="rect">
            <a:avLst/>
          </a:prstGeom>
        </p:spPr>
      </p:pic>
      <p:pic>
        <p:nvPicPr>
          <p:cNvPr id="7" name="Picture 6">
            <a:extLst>
              <a:ext uri="{FF2B5EF4-FFF2-40B4-BE49-F238E27FC236}">
                <a16:creationId xmlns:a16="http://schemas.microsoft.com/office/drawing/2014/main" id="{9BD875F1-FF16-886B-A6FB-FE064F1B38FD}"/>
              </a:ext>
            </a:extLst>
          </p:cNvPr>
          <p:cNvPicPr>
            <a:picLocks noChangeAspect="1"/>
          </p:cNvPicPr>
          <p:nvPr/>
        </p:nvPicPr>
        <p:blipFill>
          <a:blip r:embed="rId3"/>
          <a:stretch>
            <a:fillRect/>
          </a:stretch>
        </p:blipFill>
        <p:spPr>
          <a:xfrm>
            <a:off x="838200" y="3761204"/>
            <a:ext cx="9696855" cy="2330473"/>
          </a:xfrm>
          <a:prstGeom prst="rect">
            <a:avLst/>
          </a:prstGeom>
        </p:spPr>
      </p:pic>
    </p:spTree>
    <p:extLst>
      <p:ext uri="{BB962C8B-B14F-4D97-AF65-F5344CB8AC3E}">
        <p14:creationId xmlns:p14="http://schemas.microsoft.com/office/powerpoint/2010/main" val="406257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Grid">
          <a:fgClr>
            <a:schemeClr val="tx2">
              <a:lumMod val="10000"/>
              <a:lumOff val="9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B53E-1CC1-F883-CED6-BD89C43C8E61}"/>
              </a:ext>
            </a:extLst>
          </p:cNvPr>
          <p:cNvSpPr>
            <a:spLocks noGrp="1"/>
          </p:cNvSpPr>
          <p:nvPr>
            <p:ph type="title"/>
          </p:nvPr>
        </p:nvSpPr>
        <p:spPr>
          <a:xfrm>
            <a:off x="791634" y="729191"/>
            <a:ext cx="7780867" cy="625475"/>
          </a:xfrm>
        </p:spPr>
        <p:txBody>
          <a:bodyPr>
            <a:normAutofit fontScale="90000"/>
          </a:bodyPr>
          <a:lstStyle/>
          <a:p>
            <a:r>
              <a:rPr lang="en-US" dirty="0"/>
              <a:t>To check busiest day of the week</a:t>
            </a:r>
            <a:endParaRPr lang="en-IN" dirty="0"/>
          </a:p>
        </p:txBody>
      </p:sp>
      <p:pic>
        <p:nvPicPr>
          <p:cNvPr id="5" name="Content Placeholder 4">
            <a:extLst>
              <a:ext uri="{FF2B5EF4-FFF2-40B4-BE49-F238E27FC236}">
                <a16:creationId xmlns:a16="http://schemas.microsoft.com/office/drawing/2014/main" id="{DDC93494-E9CF-566C-B8B5-402E2E7AF13D}"/>
              </a:ext>
            </a:extLst>
          </p:cNvPr>
          <p:cNvPicPr>
            <a:picLocks noGrp="1" noChangeAspect="1"/>
          </p:cNvPicPr>
          <p:nvPr>
            <p:ph idx="1"/>
          </p:nvPr>
        </p:nvPicPr>
        <p:blipFill>
          <a:blip r:embed="rId2"/>
          <a:stretch>
            <a:fillRect/>
          </a:stretch>
        </p:blipFill>
        <p:spPr>
          <a:xfrm>
            <a:off x="770620" y="1559104"/>
            <a:ext cx="9016848" cy="1575886"/>
          </a:xfrm>
          <a:prstGeom prst="rect">
            <a:avLst/>
          </a:prstGeom>
        </p:spPr>
      </p:pic>
      <p:pic>
        <p:nvPicPr>
          <p:cNvPr id="7" name="Picture 6">
            <a:extLst>
              <a:ext uri="{FF2B5EF4-FFF2-40B4-BE49-F238E27FC236}">
                <a16:creationId xmlns:a16="http://schemas.microsoft.com/office/drawing/2014/main" id="{6779FBE1-A8B3-6FD2-DCBD-50317C47D8D1}"/>
              </a:ext>
            </a:extLst>
          </p:cNvPr>
          <p:cNvPicPr>
            <a:picLocks noChangeAspect="1"/>
          </p:cNvPicPr>
          <p:nvPr/>
        </p:nvPicPr>
        <p:blipFill>
          <a:blip r:embed="rId3"/>
          <a:stretch>
            <a:fillRect/>
          </a:stretch>
        </p:blipFill>
        <p:spPr>
          <a:xfrm>
            <a:off x="791634" y="3429000"/>
            <a:ext cx="3911448" cy="2599405"/>
          </a:xfrm>
          <a:prstGeom prst="rect">
            <a:avLst/>
          </a:prstGeom>
        </p:spPr>
      </p:pic>
      <p:graphicFrame>
        <p:nvGraphicFramePr>
          <p:cNvPr id="3" name="Chart 2">
            <a:extLst>
              <a:ext uri="{FF2B5EF4-FFF2-40B4-BE49-F238E27FC236}">
                <a16:creationId xmlns:a16="http://schemas.microsoft.com/office/drawing/2014/main" id="{BCC410F6-8B1C-39CB-6B65-5050CD7CB059}"/>
              </a:ext>
            </a:extLst>
          </p:cNvPr>
          <p:cNvGraphicFramePr>
            <a:graphicFrameLocks/>
          </p:cNvGraphicFramePr>
          <p:nvPr>
            <p:extLst>
              <p:ext uri="{D42A27DB-BD31-4B8C-83A1-F6EECF244321}">
                <p14:modId xmlns:p14="http://schemas.microsoft.com/office/powerpoint/2010/main" val="517953504"/>
              </p:ext>
            </p:extLst>
          </p:nvPr>
        </p:nvGraphicFramePr>
        <p:xfrm>
          <a:off x="5483157" y="3339428"/>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3789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lgGrid">
          <a:fgClr>
            <a:schemeClr val="tx2">
              <a:lumMod val="10000"/>
              <a:lumOff val="9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A51BE-A357-0EF4-8003-447F4FCCCE53}"/>
              </a:ext>
            </a:extLst>
          </p:cNvPr>
          <p:cNvSpPr>
            <a:spLocks noGrp="1"/>
          </p:cNvSpPr>
          <p:nvPr>
            <p:ph type="title"/>
          </p:nvPr>
        </p:nvSpPr>
        <p:spPr>
          <a:xfrm>
            <a:off x="838200" y="365126"/>
            <a:ext cx="10640438" cy="1123206"/>
          </a:xfrm>
        </p:spPr>
        <p:txBody>
          <a:bodyPr>
            <a:noAutofit/>
          </a:bodyPr>
          <a:lstStyle/>
          <a:p>
            <a:r>
              <a:rPr lang="en-US" sz="3600" dirty="0"/>
              <a:t>Sedan vs SUV to compare and decide cabs planning based on profitability</a:t>
            </a:r>
            <a:endParaRPr lang="en-IN" sz="3600" dirty="0"/>
          </a:p>
        </p:txBody>
      </p:sp>
      <p:pic>
        <p:nvPicPr>
          <p:cNvPr id="5" name="Content Placeholder 4">
            <a:extLst>
              <a:ext uri="{FF2B5EF4-FFF2-40B4-BE49-F238E27FC236}">
                <a16:creationId xmlns:a16="http://schemas.microsoft.com/office/drawing/2014/main" id="{A4C02270-6D90-73CA-D908-D888F901588F}"/>
              </a:ext>
            </a:extLst>
          </p:cNvPr>
          <p:cNvPicPr>
            <a:picLocks noGrp="1" noChangeAspect="1"/>
          </p:cNvPicPr>
          <p:nvPr>
            <p:ph idx="1"/>
          </p:nvPr>
        </p:nvPicPr>
        <p:blipFill>
          <a:blip r:embed="rId2"/>
          <a:stretch>
            <a:fillRect/>
          </a:stretch>
        </p:blipFill>
        <p:spPr>
          <a:xfrm>
            <a:off x="838200" y="1651695"/>
            <a:ext cx="7806267" cy="2097978"/>
          </a:xfrm>
          <a:prstGeom prst="rect">
            <a:avLst/>
          </a:prstGeom>
        </p:spPr>
      </p:pic>
      <p:graphicFrame>
        <p:nvGraphicFramePr>
          <p:cNvPr id="19" name="Chart 18">
            <a:extLst>
              <a:ext uri="{FF2B5EF4-FFF2-40B4-BE49-F238E27FC236}">
                <a16:creationId xmlns:a16="http://schemas.microsoft.com/office/drawing/2014/main" id="{E890DDEF-CAFD-4149-4A61-019459E89750}"/>
              </a:ext>
            </a:extLst>
          </p:cNvPr>
          <p:cNvGraphicFramePr>
            <a:graphicFrameLocks/>
          </p:cNvGraphicFramePr>
          <p:nvPr>
            <p:extLst>
              <p:ext uri="{D42A27DB-BD31-4B8C-83A1-F6EECF244321}">
                <p14:modId xmlns:p14="http://schemas.microsoft.com/office/powerpoint/2010/main" val="1509863867"/>
              </p:ext>
            </p:extLst>
          </p:nvPr>
        </p:nvGraphicFramePr>
        <p:xfrm>
          <a:off x="1348271" y="3749673"/>
          <a:ext cx="3583652" cy="2631671"/>
        </p:xfrm>
        <a:graphic>
          <a:graphicData uri="http://schemas.openxmlformats.org/drawingml/2006/chart">
            <c:chart xmlns:c="http://schemas.openxmlformats.org/drawingml/2006/chart" xmlns:r="http://schemas.openxmlformats.org/officeDocument/2006/relationships" r:id="rId3"/>
          </a:graphicData>
        </a:graphic>
      </p:graphicFrame>
      <p:pic>
        <p:nvPicPr>
          <p:cNvPr id="21" name="Picture 20">
            <a:extLst>
              <a:ext uri="{FF2B5EF4-FFF2-40B4-BE49-F238E27FC236}">
                <a16:creationId xmlns:a16="http://schemas.microsoft.com/office/drawing/2014/main" id="{CCAFCF46-8966-8C1B-E9F2-7E37E5750168}"/>
              </a:ext>
            </a:extLst>
          </p:cNvPr>
          <p:cNvPicPr>
            <a:picLocks noChangeAspect="1"/>
          </p:cNvPicPr>
          <p:nvPr/>
        </p:nvPicPr>
        <p:blipFill>
          <a:blip r:embed="rId4"/>
          <a:stretch>
            <a:fillRect/>
          </a:stretch>
        </p:blipFill>
        <p:spPr>
          <a:xfrm>
            <a:off x="7335178" y="4356334"/>
            <a:ext cx="3508551" cy="1418350"/>
          </a:xfrm>
          <a:prstGeom prst="rect">
            <a:avLst/>
          </a:prstGeom>
        </p:spPr>
      </p:pic>
    </p:spTree>
    <p:extLst>
      <p:ext uri="{BB962C8B-B14F-4D97-AF65-F5344CB8AC3E}">
        <p14:creationId xmlns:p14="http://schemas.microsoft.com/office/powerpoint/2010/main" val="235908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sm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4DBC-E598-A9ED-1378-9B959C70A880}"/>
              </a:ext>
            </a:extLst>
          </p:cNvPr>
          <p:cNvSpPr>
            <a:spLocks noGrp="1"/>
          </p:cNvSpPr>
          <p:nvPr>
            <p:ph type="title"/>
          </p:nvPr>
        </p:nvSpPr>
        <p:spPr>
          <a:xfrm>
            <a:off x="838200" y="365126"/>
            <a:ext cx="10176933" cy="1252008"/>
          </a:xfrm>
        </p:spPr>
        <p:txBody>
          <a:bodyPr/>
          <a:lstStyle/>
          <a:p>
            <a:r>
              <a:rPr lang="en-US" dirty="0"/>
              <a:t>Drivers with High Cancellation Rate (&gt;25%)</a:t>
            </a:r>
            <a:endParaRPr lang="en-IN" dirty="0"/>
          </a:p>
        </p:txBody>
      </p:sp>
      <p:pic>
        <p:nvPicPr>
          <p:cNvPr id="5" name="Content Placeholder 4">
            <a:extLst>
              <a:ext uri="{FF2B5EF4-FFF2-40B4-BE49-F238E27FC236}">
                <a16:creationId xmlns:a16="http://schemas.microsoft.com/office/drawing/2014/main" id="{8D1255B0-4CD7-C443-7735-9D955FF50456}"/>
              </a:ext>
            </a:extLst>
          </p:cNvPr>
          <p:cNvPicPr>
            <a:picLocks noGrp="1" noChangeAspect="1"/>
          </p:cNvPicPr>
          <p:nvPr>
            <p:ph idx="1"/>
          </p:nvPr>
        </p:nvPicPr>
        <p:blipFill>
          <a:blip r:embed="rId2"/>
          <a:stretch>
            <a:fillRect/>
          </a:stretch>
        </p:blipFill>
        <p:spPr>
          <a:xfrm>
            <a:off x="924885" y="4800600"/>
            <a:ext cx="4214382" cy="1176866"/>
          </a:xfrm>
          <a:prstGeom prst="rect">
            <a:avLst/>
          </a:prstGeom>
        </p:spPr>
      </p:pic>
      <p:pic>
        <p:nvPicPr>
          <p:cNvPr id="7" name="Picture 6">
            <a:extLst>
              <a:ext uri="{FF2B5EF4-FFF2-40B4-BE49-F238E27FC236}">
                <a16:creationId xmlns:a16="http://schemas.microsoft.com/office/drawing/2014/main" id="{42A81325-BDA1-7907-8B88-71C1F15BC41E}"/>
              </a:ext>
            </a:extLst>
          </p:cNvPr>
          <p:cNvPicPr>
            <a:picLocks noChangeAspect="1"/>
          </p:cNvPicPr>
          <p:nvPr/>
        </p:nvPicPr>
        <p:blipFill>
          <a:blip r:embed="rId3"/>
          <a:stretch>
            <a:fillRect/>
          </a:stretch>
        </p:blipFill>
        <p:spPr>
          <a:xfrm>
            <a:off x="924885" y="1617134"/>
            <a:ext cx="10046059" cy="2633134"/>
          </a:xfrm>
          <a:prstGeom prst="rect">
            <a:avLst/>
          </a:prstGeom>
        </p:spPr>
      </p:pic>
    </p:spTree>
    <p:extLst>
      <p:ext uri="{BB962C8B-B14F-4D97-AF65-F5344CB8AC3E}">
        <p14:creationId xmlns:p14="http://schemas.microsoft.com/office/powerpoint/2010/main" val="343567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dot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F33C0-6E5B-C055-2D75-4441C5DFDF49}"/>
              </a:ext>
            </a:extLst>
          </p:cNvPr>
          <p:cNvSpPr>
            <a:spLocks noGrp="1"/>
          </p:cNvSpPr>
          <p:nvPr>
            <p:ph type="title"/>
          </p:nvPr>
        </p:nvSpPr>
        <p:spPr/>
        <p:txBody>
          <a:bodyPr/>
          <a:lstStyle/>
          <a:p>
            <a:r>
              <a:rPr lang="en-US" dirty="0"/>
              <a:t>Top 3 Drivers by Total Distance Covered</a:t>
            </a:r>
            <a:endParaRPr lang="en-IN" dirty="0"/>
          </a:p>
        </p:txBody>
      </p:sp>
      <p:pic>
        <p:nvPicPr>
          <p:cNvPr id="7" name="Picture 6">
            <a:extLst>
              <a:ext uri="{FF2B5EF4-FFF2-40B4-BE49-F238E27FC236}">
                <a16:creationId xmlns:a16="http://schemas.microsoft.com/office/drawing/2014/main" id="{9BAF6432-8AD3-BFBB-879B-395FF11ADDBD}"/>
              </a:ext>
            </a:extLst>
          </p:cNvPr>
          <p:cNvPicPr>
            <a:picLocks noChangeAspect="1"/>
          </p:cNvPicPr>
          <p:nvPr/>
        </p:nvPicPr>
        <p:blipFill>
          <a:blip r:embed="rId2"/>
          <a:stretch>
            <a:fillRect/>
          </a:stretch>
        </p:blipFill>
        <p:spPr>
          <a:xfrm>
            <a:off x="838200" y="4873383"/>
            <a:ext cx="3639726" cy="1231084"/>
          </a:xfrm>
          <a:prstGeom prst="rect">
            <a:avLst/>
          </a:prstGeom>
        </p:spPr>
      </p:pic>
      <p:pic>
        <p:nvPicPr>
          <p:cNvPr id="12" name="Content Placeholder 11">
            <a:extLst>
              <a:ext uri="{FF2B5EF4-FFF2-40B4-BE49-F238E27FC236}">
                <a16:creationId xmlns:a16="http://schemas.microsoft.com/office/drawing/2014/main" id="{0AB7D716-B9A5-7F5E-8519-D017CE57E556}"/>
              </a:ext>
            </a:extLst>
          </p:cNvPr>
          <p:cNvPicPr>
            <a:picLocks noGrp="1" noChangeAspect="1"/>
          </p:cNvPicPr>
          <p:nvPr>
            <p:ph idx="1"/>
          </p:nvPr>
        </p:nvPicPr>
        <p:blipFill>
          <a:blip r:embed="rId3"/>
          <a:stretch>
            <a:fillRect/>
          </a:stretch>
        </p:blipFill>
        <p:spPr>
          <a:xfrm>
            <a:off x="838200" y="1753154"/>
            <a:ext cx="7620000" cy="2536525"/>
          </a:xfrm>
          <a:prstGeom prst="rect">
            <a:avLst/>
          </a:prstGeom>
        </p:spPr>
      </p:pic>
      <mc:AlternateContent xmlns:mc="http://schemas.openxmlformats.org/markup-compatibility/2006">
        <mc:Choice xmlns:cx2="http://schemas.microsoft.com/office/drawing/2015/10/21/chartex" Requires="cx2">
          <p:graphicFrame>
            <p:nvGraphicFramePr>
              <p:cNvPr id="3" name="Chart 2">
                <a:extLst>
                  <a:ext uri="{FF2B5EF4-FFF2-40B4-BE49-F238E27FC236}">
                    <a16:creationId xmlns:a16="http://schemas.microsoft.com/office/drawing/2014/main" id="{732C980F-2A50-33D0-F5B5-47D4534A2311}"/>
                  </a:ext>
                </a:extLst>
              </p:cNvPr>
              <p:cNvGraphicFramePr/>
              <p:nvPr>
                <p:extLst>
                  <p:ext uri="{D42A27DB-BD31-4B8C-83A1-F6EECF244321}">
                    <p14:modId xmlns:p14="http://schemas.microsoft.com/office/powerpoint/2010/main" val="3801432675"/>
                  </p:ext>
                </p:extLst>
              </p:nvPr>
            </p:nvGraphicFramePr>
            <p:xfrm>
              <a:off x="6096000" y="4289679"/>
              <a:ext cx="4127770" cy="2203196"/>
            </p:xfrm>
            <a:graphic>
              <a:graphicData uri="http://schemas.microsoft.com/office/drawing/2014/chartex">
                <cx:chart xmlns:cx="http://schemas.microsoft.com/office/drawing/2014/chartex" xmlns:r="http://schemas.openxmlformats.org/officeDocument/2006/relationships" r:id="rId4"/>
              </a:graphicData>
            </a:graphic>
          </p:graphicFrame>
        </mc:Choice>
        <mc:Fallback>
          <p:pic>
            <p:nvPicPr>
              <p:cNvPr id="3" name="Chart 2">
                <a:extLst>
                  <a:ext uri="{FF2B5EF4-FFF2-40B4-BE49-F238E27FC236}">
                    <a16:creationId xmlns:a16="http://schemas.microsoft.com/office/drawing/2014/main" id="{732C980F-2A50-33D0-F5B5-47D4534A2311}"/>
                  </a:ext>
                </a:extLst>
              </p:cNvPr>
              <p:cNvPicPr>
                <a:picLocks noGrp="1" noRot="1" noChangeAspect="1" noMove="1" noResize="1" noEditPoints="1" noAdjustHandles="1" noChangeArrowheads="1" noChangeShapeType="1"/>
              </p:cNvPicPr>
              <p:nvPr/>
            </p:nvPicPr>
            <p:blipFill>
              <a:blip r:embed="rId5"/>
              <a:stretch>
                <a:fillRect/>
              </a:stretch>
            </p:blipFill>
            <p:spPr>
              <a:xfrm>
                <a:off x="6096000" y="4289679"/>
                <a:ext cx="4127770" cy="2203196"/>
              </a:xfrm>
              <a:prstGeom prst="rect">
                <a:avLst/>
              </a:prstGeom>
            </p:spPr>
          </p:pic>
        </mc:Fallback>
      </mc:AlternateContent>
    </p:spTree>
    <p:extLst>
      <p:ext uri="{BB962C8B-B14F-4D97-AF65-F5344CB8AC3E}">
        <p14:creationId xmlns:p14="http://schemas.microsoft.com/office/powerpoint/2010/main" val="988874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10A93-1E75-483F-670B-B3000FE453E7}"/>
              </a:ext>
            </a:extLst>
          </p:cNvPr>
          <p:cNvSpPr>
            <a:spLocks noGrp="1"/>
          </p:cNvSpPr>
          <p:nvPr>
            <p:ph type="title"/>
          </p:nvPr>
        </p:nvSpPr>
        <p:spPr>
          <a:xfrm>
            <a:off x="838200" y="365126"/>
            <a:ext cx="9891409" cy="870288"/>
          </a:xfrm>
        </p:spPr>
        <p:txBody>
          <a:bodyPr/>
          <a:lstStyle/>
          <a:p>
            <a:r>
              <a:rPr lang="en-US" dirty="0"/>
              <a:t>Identify average wait time for locations</a:t>
            </a:r>
            <a:endParaRPr lang="en-IN" dirty="0"/>
          </a:p>
        </p:txBody>
      </p:sp>
      <p:pic>
        <p:nvPicPr>
          <p:cNvPr id="5" name="Content Placeholder 4">
            <a:extLst>
              <a:ext uri="{FF2B5EF4-FFF2-40B4-BE49-F238E27FC236}">
                <a16:creationId xmlns:a16="http://schemas.microsoft.com/office/drawing/2014/main" id="{FC740150-C1AC-C87E-A92D-3344250D6861}"/>
              </a:ext>
            </a:extLst>
          </p:cNvPr>
          <p:cNvPicPr>
            <a:picLocks noGrp="1" noChangeAspect="1"/>
          </p:cNvPicPr>
          <p:nvPr>
            <p:ph idx="1"/>
          </p:nvPr>
        </p:nvPicPr>
        <p:blipFill>
          <a:blip r:embed="rId2"/>
          <a:stretch>
            <a:fillRect/>
          </a:stretch>
        </p:blipFill>
        <p:spPr>
          <a:xfrm>
            <a:off x="838199" y="1451908"/>
            <a:ext cx="8899188" cy="2366935"/>
          </a:xfrm>
          <a:prstGeom prst="rect">
            <a:avLst/>
          </a:prstGeom>
        </p:spPr>
      </p:pic>
      <p:pic>
        <p:nvPicPr>
          <p:cNvPr id="7" name="Picture 6">
            <a:extLst>
              <a:ext uri="{FF2B5EF4-FFF2-40B4-BE49-F238E27FC236}">
                <a16:creationId xmlns:a16="http://schemas.microsoft.com/office/drawing/2014/main" id="{78422226-F52D-6805-B772-6AE07F838C57}"/>
              </a:ext>
            </a:extLst>
          </p:cNvPr>
          <p:cNvPicPr>
            <a:picLocks noChangeAspect="1"/>
          </p:cNvPicPr>
          <p:nvPr/>
        </p:nvPicPr>
        <p:blipFill>
          <a:blip r:embed="rId3"/>
          <a:stretch>
            <a:fillRect/>
          </a:stretch>
        </p:blipFill>
        <p:spPr>
          <a:xfrm>
            <a:off x="838200" y="4477561"/>
            <a:ext cx="3124200" cy="1375677"/>
          </a:xfrm>
          <a:prstGeom prst="rect">
            <a:avLst/>
          </a:prstGeom>
        </p:spPr>
      </p:pic>
      <p:graphicFrame>
        <p:nvGraphicFramePr>
          <p:cNvPr id="8" name="Chart 7">
            <a:extLst>
              <a:ext uri="{FF2B5EF4-FFF2-40B4-BE49-F238E27FC236}">
                <a16:creationId xmlns:a16="http://schemas.microsoft.com/office/drawing/2014/main" id="{D9C5D9EE-6C78-0F6F-8858-470C1DF95EC0}"/>
              </a:ext>
            </a:extLst>
          </p:cNvPr>
          <p:cNvGraphicFramePr>
            <a:graphicFrameLocks/>
          </p:cNvGraphicFramePr>
          <p:nvPr>
            <p:extLst>
              <p:ext uri="{D42A27DB-BD31-4B8C-83A1-F6EECF244321}">
                <p14:modId xmlns:p14="http://schemas.microsoft.com/office/powerpoint/2010/main" val="3855453909"/>
              </p:ext>
            </p:extLst>
          </p:nvPr>
        </p:nvGraphicFramePr>
        <p:xfrm>
          <a:off x="4047066" y="4190536"/>
          <a:ext cx="4131734" cy="209154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9994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CA51D-6051-DD6F-4FFF-7CB0E6AF4123}"/>
              </a:ext>
            </a:extLst>
          </p:cNvPr>
          <p:cNvSpPr>
            <a:spLocks noGrp="1"/>
          </p:cNvSpPr>
          <p:nvPr>
            <p:ph type="title"/>
          </p:nvPr>
        </p:nvSpPr>
        <p:spPr/>
        <p:txBody>
          <a:bodyPr/>
          <a:lstStyle/>
          <a:p>
            <a:r>
              <a:rPr lang="en-US" dirty="0"/>
              <a:t>Setting up database schema</a:t>
            </a:r>
            <a:endParaRPr lang="en-IN" dirty="0"/>
          </a:p>
        </p:txBody>
      </p:sp>
      <p:pic>
        <p:nvPicPr>
          <p:cNvPr id="5" name="Content Placeholder 4">
            <a:extLst>
              <a:ext uri="{FF2B5EF4-FFF2-40B4-BE49-F238E27FC236}">
                <a16:creationId xmlns:a16="http://schemas.microsoft.com/office/drawing/2014/main" id="{F5138B83-8292-3F37-06B5-999D27585536}"/>
              </a:ext>
            </a:extLst>
          </p:cNvPr>
          <p:cNvPicPr>
            <a:picLocks noGrp="1" noChangeAspect="1"/>
          </p:cNvPicPr>
          <p:nvPr>
            <p:ph idx="1"/>
          </p:nvPr>
        </p:nvPicPr>
        <p:blipFill>
          <a:blip r:embed="rId2"/>
          <a:stretch>
            <a:fillRect/>
          </a:stretch>
        </p:blipFill>
        <p:spPr>
          <a:xfrm>
            <a:off x="0" y="1380564"/>
            <a:ext cx="2684834" cy="607291"/>
          </a:xfrm>
          <a:prstGeom prst="rect">
            <a:avLst/>
          </a:prstGeom>
        </p:spPr>
      </p:pic>
      <p:pic>
        <p:nvPicPr>
          <p:cNvPr id="7" name="Picture 6">
            <a:extLst>
              <a:ext uri="{FF2B5EF4-FFF2-40B4-BE49-F238E27FC236}">
                <a16:creationId xmlns:a16="http://schemas.microsoft.com/office/drawing/2014/main" id="{A253E2C5-B5BB-CBC8-4B7A-851C55E5271C}"/>
              </a:ext>
            </a:extLst>
          </p:cNvPr>
          <p:cNvPicPr>
            <a:picLocks noChangeAspect="1"/>
          </p:cNvPicPr>
          <p:nvPr/>
        </p:nvPicPr>
        <p:blipFill>
          <a:blip r:embed="rId3"/>
          <a:stretch>
            <a:fillRect/>
          </a:stretch>
        </p:blipFill>
        <p:spPr>
          <a:xfrm>
            <a:off x="548395" y="2202538"/>
            <a:ext cx="11698324" cy="4159351"/>
          </a:xfrm>
          <a:prstGeom prst="rect">
            <a:avLst/>
          </a:prstGeom>
        </p:spPr>
      </p:pic>
      <p:sp>
        <p:nvSpPr>
          <p:cNvPr id="8" name="Minus Sign 7">
            <a:extLst>
              <a:ext uri="{FF2B5EF4-FFF2-40B4-BE49-F238E27FC236}">
                <a16:creationId xmlns:a16="http://schemas.microsoft.com/office/drawing/2014/main" id="{7218DD9C-CE8D-DA3F-612F-0CE50120877A}"/>
              </a:ext>
            </a:extLst>
          </p:cNvPr>
          <p:cNvSpPr/>
          <p:nvPr/>
        </p:nvSpPr>
        <p:spPr>
          <a:xfrm>
            <a:off x="223737" y="2220158"/>
            <a:ext cx="379378" cy="27954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Minus Sign 9">
            <a:extLst>
              <a:ext uri="{FF2B5EF4-FFF2-40B4-BE49-F238E27FC236}">
                <a16:creationId xmlns:a16="http://schemas.microsoft.com/office/drawing/2014/main" id="{C85EC415-0F85-B7CD-BF6E-1F26AFFAEAC8}"/>
              </a:ext>
            </a:extLst>
          </p:cNvPr>
          <p:cNvSpPr/>
          <p:nvPr/>
        </p:nvSpPr>
        <p:spPr>
          <a:xfrm>
            <a:off x="223737" y="2714390"/>
            <a:ext cx="379378" cy="27954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Minus Sign 10">
            <a:extLst>
              <a:ext uri="{FF2B5EF4-FFF2-40B4-BE49-F238E27FC236}">
                <a16:creationId xmlns:a16="http://schemas.microsoft.com/office/drawing/2014/main" id="{36376E4C-9CD8-9E28-39EF-48D183ED25E0}"/>
              </a:ext>
            </a:extLst>
          </p:cNvPr>
          <p:cNvSpPr/>
          <p:nvPr/>
        </p:nvSpPr>
        <p:spPr>
          <a:xfrm>
            <a:off x="223737" y="3149452"/>
            <a:ext cx="379378" cy="27954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Minus Sign 11">
            <a:extLst>
              <a:ext uri="{FF2B5EF4-FFF2-40B4-BE49-F238E27FC236}">
                <a16:creationId xmlns:a16="http://schemas.microsoft.com/office/drawing/2014/main" id="{A5BF42F3-1781-9906-696E-B1B3A62EA0DC}"/>
              </a:ext>
            </a:extLst>
          </p:cNvPr>
          <p:cNvSpPr/>
          <p:nvPr/>
        </p:nvSpPr>
        <p:spPr>
          <a:xfrm>
            <a:off x="223737" y="3584514"/>
            <a:ext cx="379378" cy="27954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Minus Sign 12">
            <a:extLst>
              <a:ext uri="{FF2B5EF4-FFF2-40B4-BE49-F238E27FC236}">
                <a16:creationId xmlns:a16="http://schemas.microsoft.com/office/drawing/2014/main" id="{3AC65AC6-244D-58F5-EB13-C850F62423CF}"/>
              </a:ext>
            </a:extLst>
          </p:cNvPr>
          <p:cNvSpPr/>
          <p:nvPr/>
        </p:nvSpPr>
        <p:spPr>
          <a:xfrm flipV="1">
            <a:off x="223737" y="4528411"/>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Minus Sign 14">
            <a:extLst>
              <a:ext uri="{FF2B5EF4-FFF2-40B4-BE49-F238E27FC236}">
                <a16:creationId xmlns:a16="http://schemas.microsoft.com/office/drawing/2014/main" id="{3A23975E-9713-CCFF-2C52-77C04FC4577B}"/>
              </a:ext>
            </a:extLst>
          </p:cNvPr>
          <p:cNvSpPr/>
          <p:nvPr/>
        </p:nvSpPr>
        <p:spPr>
          <a:xfrm flipV="1">
            <a:off x="223737" y="5364396"/>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6504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C2FA-AACF-3332-17BF-D4D30845547C}"/>
              </a:ext>
            </a:extLst>
          </p:cNvPr>
          <p:cNvSpPr>
            <a:spLocks noGrp="1"/>
          </p:cNvSpPr>
          <p:nvPr>
            <p:ph type="title"/>
          </p:nvPr>
        </p:nvSpPr>
        <p:spPr>
          <a:xfrm>
            <a:off x="838200" y="365126"/>
            <a:ext cx="9035374" cy="627096"/>
          </a:xfrm>
        </p:spPr>
        <p:txBody>
          <a:bodyPr>
            <a:normAutofit fontScale="90000"/>
          </a:bodyPr>
          <a:lstStyle/>
          <a:p>
            <a:r>
              <a:rPr lang="en-US" dirty="0"/>
              <a:t>Inserting Data</a:t>
            </a:r>
            <a:endParaRPr lang="en-IN" dirty="0"/>
          </a:p>
        </p:txBody>
      </p:sp>
      <p:pic>
        <p:nvPicPr>
          <p:cNvPr id="5" name="Content Placeholder 4">
            <a:extLst>
              <a:ext uri="{FF2B5EF4-FFF2-40B4-BE49-F238E27FC236}">
                <a16:creationId xmlns:a16="http://schemas.microsoft.com/office/drawing/2014/main" id="{575E1555-13A8-6709-6EDC-298DC60CED49}"/>
              </a:ext>
            </a:extLst>
          </p:cNvPr>
          <p:cNvPicPr>
            <a:picLocks noGrp="1" noChangeAspect="1"/>
          </p:cNvPicPr>
          <p:nvPr>
            <p:ph idx="1"/>
          </p:nvPr>
        </p:nvPicPr>
        <p:blipFill>
          <a:blip r:embed="rId2"/>
          <a:stretch>
            <a:fillRect/>
          </a:stretch>
        </p:blipFill>
        <p:spPr>
          <a:xfrm>
            <a:off x="838199" y="1127220"/>
            <a:ext cx="8646268" cy="1691288"/>
          </a:xfrm>
          <a:prstGeom prst="rect">
            <a:avLst/>
          </a:prstGeom>
        </p:spPr>
      </p:pic>
      <p:pic>
        <p:nvPicPr>
          <p:cNvPr id="7" name="Picture 6">
            <a:extLst>
              <a:ext uri="{FF2B5EF4-FFF2-40B4-BE49-F238E27FC236}">
                <a16:creationId xmlns:a16="http://schemas.microsoft.com/office/drawing/2014/main" id="{3298F6B2-8A74-36A9-27DD-D690BB4F054B}"/>
              </a:ext>
            </a:extLst>
          </p:cNvPr>
          <p:cNvPicPr>
            <a:picLocks noChangeAspect="1"/>
          </p:cNvPicPr>
          <p:nvPr/>
        </p:nvPicPr>
        <p:blipFill>
          <a:blip r:embed="rId3"/>
          <a:stretch>
            <a:fillRect/>
          </a:stretch>
        </p:blipFill>
        <p:spPr>
          <a:xfrm>
            <a:off x="838199" y="2953506"/>
            <a:ext cx="8646268" cy="1539483"/>
          </a:xfrm>
          <a:prstGeom prst="rect">
            <a:avLst/>
          </a:prstGeom>
        </p:spPr>
      </p:pic>
      <p:pic>
        <p:nvPicPr>
          <p:cNvPr id="9" name="Picture 8">
            <a:extLst>
              <a:ext uri="{FF2B5EF4-FFF2-40B4-BE49-F238E27FC236}">
                <a16:creationId xmlns:a16="http://schemas.microsoft.com/office/drawing/2014/main" id="{0B25C2A7-4D82-69B3-132E-E21466F8BE60}"/>
              </a:ext>
            </a:extLst>
          </p:cNvPr>
          <p:cNvPicPr>
            <a:picLocks noChangeAspect="1"/>
          </p:cNvPicPr>
          <p:nvPr/>
        </p:nvPicPr>
        <p:blipFill>
          <a:blip r:embed="rId4"/>
          <a:stretch>
            <a:fillRect/>
          </a:stretch>
        </p:blipFill>
        <p:spPr>
          <a:xfrm>
            <a:off x="838199" y="4995903"/>
            <a:ext cx="8646268" cy="1469753"/>
          </a:xfrm>
          <a:prstGeom prst="rect">
            <a:avLst/>
          </a:prstGeom>
        </p:spPr>
      </p:pic>
      <p:sp>
        <p:nvSpPr>
          <p:cNvPr id="10" name="Minus Sign 9">
            <a:extLst>
              <a:ext uri="{FF2B5EF4-FFF2-40B4-BE49-F238E27FC236}">
                <a16:creationId xmlns:a16="http://schemas.microsoft.com/office/drawing/2014/main" id="{4875E46F-A823-02B5-10C3-2B16BA976AF1}"/>
              </a:ext>
            </a:extLst>
          </p:cNvPr>
          <p:cNvSpPr/>
          <p:nvPr/>
        </p:nvSpPr>
        <p:spPr>
          <a:xfrm flipV="1">
            <a:off x="458821" y="1132834"/>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Minus Sign 10">
            <a:extLst>
              <a:ext uri="{FF2B5EF4-FFF2-40B4-BE49-F238E27FC236}">
                <a16:creationId xmlns:a16="http://schemas.microsoft.com/office/drawing/2014/main" id="{2F19E52C-CE07-647B-267B-187C0CAC8BD2}"/>
              </a:ext>
            </a:extLst>
          </p:cNvPr>
          <p:cNvSpPr/>
          <p:nvPr/>
        </p:nvSpPr>
        <p:spPr>
          <a:xfrm flipV="1">
            <a:off x="458821" y="2968847"/>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Minus Sign 11">
            <a:extLst>
              <a:ext uri="{FF2B5EF4-FFF2-40B4-BE49-F238E27FC236}">
                <a16:creationId xmlns:a16="http://schemas.microsoft.com/office/drawing/2014/main" id="{19B2A328-7B8C-F562-2BB4-CD88763FB559}"/>
              </a:ext>
            </a:extLst>
          </p:cNvPr>
          <p:cNvSpPr/>
          <p:nvPr/>
        </p:nvSpPr>
        <p:spPr>
          <a:xfrm flipV="1">
            <a:off x="458821" y="4995903"/>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4350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CF17D-3588-5A2B-34D7-21C8D1C9FA94}"/>
              </a:ext>
            </a:extLst>
          </p:cNvPr>
          <p:cNvSpPr>
            <a:spLocks noGrp="1"/>
          </p:cNvSpPr>
          <p:nvPr>
            <p:ph type="title"/>
          </p:nvPr>
        </p:nvSpPr>
        <p:spPr>
          <a:xfrm>
            <a:off x="838200" y="365125"/>
            <a:ext cx="5257800" cy="617369"/>
          </a:xfrm>
        </p:spPr>
        <p:txBody>
          <a:bodyPr>
            <a:normAutofit fontScale="90000"/>
          </a:bodyPr>
          <a:lstStyle/>
          <a:p>
            <a:r>
              <a:rPr lang="en-US" dirty="0"/>
              <a:t>Inserting Data </a:t>
            </a:r>
            <a:r>
              <a:rPr lang="en-US" dirty="0" err="1"/>
              <a:t>contd</a:t>
            </a:r>
            <a:r>
              <a:rPr lang="en-US" dirty="0"/>
              <a:t>…</a:t>
            </a:r>
            <a:endParaRPr lang="en-IN" dirty="0"/>
          </a:p>
        </p:txBody>
      </p:sp>
      <p:pic>
        <p:nvPicPr>
          <p:cNvPr id="5" name="Content Placeholder 4">
            <a:extLst>
              <a:ext uri="{FF2B5EF4-FFF2-40B4-BE49-F238E27FC236}">
                <a16:creationId xmlns:a16="http://schemas.microsoft.com/office/drawing/2014/main" id="{0BB53719-08B2-92AD-12E4-371708225666}"/>
              </a:ext>
            </a:extLst>
          </p:cNvPr>
          <p:cNvPicPr>
            <a:picLocks noGrp="1" noChangeAspect="1"/>
          </p:cNvPicPr>
          <p:nvPr>
            <p:ph idx="1"/>
          </p:nvPr>
        </p:nvPicPr>
        <p:blipFill>
          <a:blip r:embed="rId2"/>
          <a:stretch>
            <a:fillRect/>
          </a:stretch>
        </p:blipFill>
        <p:spPr>
          <a:xfrm>
            <a:off x="838200" y="1548857"/>
            <a:ext cx="9683244" cy="3760286"/>
          </a:xfrm>
          <a:prstGeom prst="rect">
            <a:avLst/>
          </a:prstGeom>
        </p:spPr>
      </p:pic>
      <p:sp>
        <p:nvSpPr>
          <p:cNvPr id="6" name="Minus Sign 5">
            <a:extLst>
              <a:ext uri="{FF2B5EF4-FFF2-40B4-BE49-F238E27FC236}">
                <a16:creationId xmlns:a16="http://schemas.microsoft.com/office/drawing/2014/main" id="{2EA01C3C-149E-B618-14AE-4D3C6375EE8F}"/>
              </a:ext>
            </a:extLst>
          </p:cNvPr>
          <p:cNvSpPr/>
          <p:nvPr/>
        </p:nvSpPr>
        <p:spPr>
          <a:xfrm flipV="1">
            <a:off x="458822" y="1672740"/>
            <a:ext cx="379378" cy="175516"/>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57713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99FAA-3DD3-CA16-0761-50B4948C2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A1FA3-A590-0B08-99AC-5535B4CF5283}"/>
              </a:ext>
            </a:extLst>
          </p:cNvPr>
          <p:cNvSpPr>
            <a:spLocks noGrp="1"/>
          </p:cNvSpPr>
          <p:nvPr>
            <p:ph type="title"/>
          </p:nvPr>
        </p:nvSpPr>
        <p:spPr>
          <a:xfrm>
            <a:off x="838200" y="365125"/>
            <a:ext cx="5257800" cy="617369"/>
          </a:xfrm>
        </p:spPr>
        <p:txBody>
          <a:bodyPr>
            <a:normAutofit fontScale="90000"/>
          </a:bodyPr>
          <a:lstStyle/>
          <a:p>
            <a:r>
              <a:rPr lang="en-US" dirty="0"/>
              <a:t>Inserting Data </a:t>
            </a:r>
            <a:r>
              <a:rPr lang="en-US" dirty="0" err="1"/>
              <a:t>contd</a:t>
            </a:r>
            <a:r>
              <a:rPr lang="en-US" dirty="0"/>
              <a:t>…</a:t>
            </a:r>
            <a:endParaRPr lang="en-IN" dirty="0"/>
          </a:p>
        </p:txBody>
      </p:sp>
      <p:pic>
        <p:nvPicPr>
          <p:cNvPr id="7" name="Content Placeholder 6">
            <a:extLst>
              <a:ext uri="{FF2B5EF4-FFF2-40B4-BE49-F238E27FC236}">
                <a16:creationId xmlns:a16="http://schemas.microsoft.com/office/drawing/2014/main" id="{51548F7D-0B7A-1227-66E1-C05D67C8BA19}"/>
              </a:ext>
            </a:extLst>
          </p:cNvPr>
          <p:cNvPicPr>
            <a:picLocks noGrp="1" noChangeAspect="1"/>
          </p:cNvPicPr>
          <p:nvPr>
            <p:ph idx="1"/>
          </p:nvPr>
        </p:nvPicPr>
        <p:blipFill>
          <a:blip r:embed="rId2"/>
          <a:stretch>
            <a:fillRect/>
          </a:stretch>
        </p:blipFill>
        <p:spPr>
          <a:xfrm>
            <a:off x="838200" y="1080891"/>
            <a:ext cx="9191018" cy="2469706"/>
          </a:xfrm>
          <a:prstGeom prst="rect">
            <a:avLst/>
          </a:prstGeom>
        </p:spPr>
      </p:pic>
      <p:pic>
        <p:nvPicPr>
          <p:cNvPr id="9" name="Picture 8">
            <a:extLst>
              <a:ext uri="{FF2B5EF4-FFF2-40B4-BE49-F238E27FC236}">
                <a16:creationId xmlns:a16="http://schemas.microsoft.com/office/drawing/2014/main" id="{D41008F5-5C71-9023-E26C-F482C65E65DE}"/>
              </a:ext>
            </a:extLst>
          </p:cNvPr>
          <p:cNvPicPr>
            <a:picLocks noChangeAspect="1"/>
          </p:cNvPicPr>
          <p:nvPr/>
        </p:nvPicPr>
        <p:blipFill>
          <a:blip r:embed="rId3"/>
          <a:stretch>
            <a:fillRect/>
          </a:stretch>
        </p:blipFill>
        <p:spPr>
          <a:xfrm>
            <a:off x="838200" y="4032301"/>
            <a:ext cx="9191018" cy="2386942"/>
          </a:xfrm>
          <a:prstGeom prst="rect">
            <a:avLst/>
          </a:prstGeom>
        </p:spPr>
      </p:pic>
      <p:sp>
        <p:nvSpPr>
          <p:cNvPr id="10" name="Minus Sign 9">
            <a:extLst>
              <a:ext uri="{FF2B5EF4-FFF2-40B4-BE49-F238E27FC236}">
                <a16:creationId xmlns:a16="http://schemas.microsoft.com/office/drawing/2014/main" id="{7401ACF2-52EB-E2AE-66AF-896994154520}"/>
              </a:ext>
            </a:extLst>
          </p:cNvPr>
          <p:cNvSpPr/>
          <p:nvPr/>
        </p:nvSpPr>
        <p:spPr>
          <a:xfrm flipV="1">
            <a:off x="458822" y="4032301"/>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Minus Sign 10">
            <a:extLst>
              <a:ext uri="{FF2B5EF4-FFF2-40B4-BE49-F238E27FC236}">
                <a16:creationId xmlns:a16="http://schemas.microsoft.com/office/drawing/2014/main" id="{54E22BD5-6A8A-BE3A-DB59-0591FA3A6A0E}"/>
              </a:ext>
            </a:extLst>
          </p:cNvPr>
          <p:cNvSpPr/>
          <p:nvPr/>
        </p:nvSpPr>
        <p:spPr>
          <a:xfrm flipV="1">
            <a:off x="479899" y="1080891"/>
            <a:ext cx="379378" cy="27954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06637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dotDmnd">
          <a:fgClr>
            <a:schemeClr val="accent1"/>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BDE275-6EB7-D03B-5D60-0EC059CF59A4}"/>
              </a:ext>
            </a:extLst>
          </p:cNvPr>
          <p:cNvSpPr>
            <a:spLocks noGrp="1"/>
          </p:cNvSpPr>
          <p:nvPr>
            <p:ph idx="1"/>
          </p:nvPr>
        </p:nvSpPr>
        <p:spPr>
          <a:xfrm>
            <a:off x="3425757" y="2645923"/>
            <a:ext cx="5340486" cy="3628417"/>
          </a:xfrm>
        </p:spPr>
        <p:txBody>
          <a:bodyPr>
            <a:normAutofit/>
          </a:bodyPr>
          <a:lstStyle/>
          <a:p>
            <a:pPr marL="0" indent="0">
              <a:buNone/>
            </a:pPr>
            <a:r>
              <a:rPr lang="en-US" sz="7200" dirty="0"/>
              <a:t>THANK YOU</a:t>
            </a:r>
            <a:endParaRPr lang="en-IN" sz="7200" dirty="0"/>
          </a:p>
        </p:txBody>
      </p:sp>
    </p:spTree>
    <p:extLst>
      <p:ext uri="{BB962C8B-B14F-4D97-AF65-F5344CB8AC3E}">
        <p14:creationId xmlns:p14="http://schemas.microsoft.com/office/powerpoint/2010/main" val="1441871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428902A-DB32-445C-9275-501837A4FC6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554FCEC-F9FE-4546-ADF3-33AC89A6F67F}">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805</TotalTime>
  <Words>183</Words>
  <Application>Microsoft Office PowerPoint</Application>
  <PresentationFormat>Widescreen</PresentationFormat>
  <Paragraphs>27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Introduction</vt:lpstr>
      <vt:lpstr>Table of Contents:</vt:lpstr>
      <vt:lpstr>ER Diagram of the Dataset</vt:lpstr>
      <vt:lpstr>Identify loyal, engaged customers who complete bookings</vt:lpstr>
      <vt:lpstr>To check busiest day of the week</vt:lpstr>
      <vt:lpstr>Sedan vs SUV to compare and decide cabs planning based on profitability</vt:lpstr>
      <vt:lpstr>Drivers with High Cancellation Rate (&gt;25%)</vt:lpstr>
      <vt:lpstr>Top 3 Drivers by Total Distance Covered</vt:lpstr>
      <vt:lpstr>Identify average wait time for locations</vt:lpstr>
      <vt:lpstr>Setting up database schema</vt:lpstr>
      <vt:lpstr>Inserting Data</vt:lpstr>
      <vt:lpstr>Inserting Data contd…</vt:lpstr>
      <vt:lpstr>Inserting Data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atharva more</dc:creator>
  <cp:lastModifiedBy>atharva more</cp:lastModifiedBy>
  <cp:revision>1</cp:revision>
  <dcterms:created xsi:type="dcterms:W3CDTF">2025-12-29T17:04:48Z</dcterms:created>
  <dcterms:modified xsi:type="dcterms:W3CDTF">2026-01-05T12:58:49Z</dcterms:modified>
</cp:coreProperties>
</file>